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87" r:id="rId7"/>
    <p:sldId id="279" r:id="rId8"/>
    <p:sldId id="282" r:id="rId9"/>
    <p:sldId id="283" r:id="rId10"/>
    <p:sldId id="275" r:id="rId11"/>
    <p:sldId id="264" r:id="rId12"/>
    <p:sldId id="265" r:id="rId13"/>
    <p:sldId id="269" r:id="rId14"/>
    <p:sldId id="270" r:id="rId15"/>
    <p:sldId id="276" r:id="rId16"/>
    <p:sldId id="281" r:id="rId17"/>
    <p:sldId id="280" r:id="rId18"/>
    <p:sldId id="285" r:id="rId19"/>
    <p:sldId id="286"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074EDA-78BD-4D49-BA29-B756BFFBDDAA}" v="38" dt="2025-08-29T12:50:06.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dekemi Adefemi" userId="d58dfbb28a565153" providerId="LiveId" clId="{C8074EDA-78BD-4D49-BA29-B756BFFBDDAA}"/>
    <pc:docChg chg="undo custSel addSld delSld modSld sldOrd">
      <pc:chgData name="Fadekemi Adefemi" userId="d58dfbb28a565153" providerId="LiveId" clId="{C8074EDA-78BD-4D49-BA29-B756BFFBDDAA}" dt="2025-08-29T13:19:16.440" v="4443" actId="313"/>
      <pc:docMkLst>
        <pc:docMk/>
      </pc:docMkLst>
      <pc:sldChg chg="modSp mod">
        <pc:chgData name="Fadekemi Adefemi" userId="d58dfbb28a565153" providerId="LiveId" clId="{C8074EDA-78BD-4D49-BA29-B756BFFBDDAA}" dt="2025-08-27T23:30:15.487" v="755" actId="113"/>
        <pc:sldMkLst>
          <pc:docMk/>
          <pc:sldMk cId="4122826809" sldId="256"/>
        </pc:sldMkLst>
        <pc:spChg chg="mod">
          <ac:chgData name="Fadekemi Adefemi" userId="d58dfbb28a565153" providerId="LiveId" clId="{C8074EDA-78BD-4D49-BA29-B756BFFBDDAA}" dt="2025-08-27T23:30:15.487" v="755" actId="113"/>
          <ac:spMkLst>
            <pc:docMk/>
            <pc:sldMk cId="4122826809" sldId="256"/>
            <ac:spMk id="2" creationId="{7CEBB5F7-A6BC-8817-B7B9-0292FAC45F5C}"/>
          </ac:spMkLst>
        </pc:spChg>
        <pc:spChg chg="mod">
          <ac:chgData name="Fadekemi Adefemi" userId="d58dfbb28a565153" providerId="LiveId" clId="{C8074EDA-78BD-4D49-BA29-B756BFFBDDAA}" dt="2025-08-27T20:45:08.722" v="253" actId="27636"/>
          <ac:spMkLst>
            <pc:docMk/>
            <pc:sldMk cId="4122826809" sldId="256"/>
            <ac:spMk id="3" creationId="{590E7A17-284D-9BB1-81ED-06D72A3E723A}"/>
          </ac:spMkLst>
        </pc:spChg>
        <pc:spChg chg="mod">
          <ac:chgData name="Fadekemi Adefemi" userId="d58dfbb28a565153" providerId="LiveId" clId="{C8074EDA-78BD-4D49-BA29-B756BFFBDDAA}" dt="2025-08-27T20:45:08.722" v="252" actId="27636"/>
          <ac:spMkLst>
            <pc:docMk/>
            <pc:sldMk cId="4122826809" sldId="256"/>
            <ac:spMk id="4" creationId="{AFEA4F6C-C846-0166-2E11-995106CE4DEC}"/>
          </ac:spMkLst>
        </pc:spChg>
      </pc:sldChg>
      <pc:sldChg chg="modSp new mod">
        <pc:chgData name="Fadekemi Adefemi" userId="d58dfbb28a565153" providerId="LiveId" clId="{C8074EDA-78BD-4D49-BA29-B756BFFBDDAA}" dt="2025-08-27T20:45:28.282" v="255"/>
        <pc:sldMkLst>
          <pc:docMk/>
          <pc:sldMk cId="4010270328" sldId="257"/>
        </pc:sldMkLst>
        <pc:spChg chg="mod">
          <ac:chgData name="Fadekemi Adefemi" userId="d58dfbb28a565153" providerId="LiveId" clId="{C8074EDA-78BD-4D49-BA29-B756BFFBDDAA}" dt="2025-08-27T20:45:28.282" v="255"/>
          <ac:spMkLst>
            <pc:docMk/>
            <pc:sldMk cId="4010270328" sldId="257"/>
            <ac:spMk id="2" creationId="{114D2C15-2A4A-AB0B-D6A5-7350634E4DB3}"/>
          </ac:spMkLst>
        </pc:spChg>
        <pc:spChg chg="mod">
          <ac:chgData name="Fadekemi Adefemi" userId="d58dfbb28a565153" providerId="LiveId" clId="{C8074EDA-78BD-4D49-BA29-B756BFFBDDAA}" dt="2025-08-27T20:45:28.282" v="255"/>
          <ac:spMkLst>
            <pc:docMk/>
            <pc:sldMk cId="4010270328" sldId="257"/>
            <ac:spMk id="3" creationId="{EBE599F0-7F9C-7094-8359-632EDCECF220}"/>
          </ac:spMkLst>
        </pc:spChg>
      </pc:sldChg>
      <pc:sldChg chg="modSp add mod">
        <pc:chgData name="Fadekemi Adefemi" userId="d58dfbb28a565153" providerId="LiveId" clId="{C8074EDA-78BD-4D49-BA29-B756BFFBDDAA}" dt="2025-08-29T13:09:28.154" v="4087" actId="20577"/>
        <pc:sldMkLst>
          <pc:docMk/>
          <pc:sldMk cId="2438774888" sldId="258"/>
        </pc:sldMkLst>
        <pc:spChg chg="mod">
          <ac:chgData name="Fadekemi Adefemi" userId="d58dfbb28a565153" providerId="LiveId" clId="{C8074EDA-78BD-4D49-BA29-B756BFFBDDAA}" dt="2025-08-27T20:45:28.282" v="255"/>
          <ac:spMkLst>
            <pc:docMk/>
            <pc:sldMk cId="2438774888" sldId="258"/>
            <ac:spMk id="2" creationId="{991CC85D-E02F-D98D-5DEA-4A372FEE9793}"/>
          </ac:spMkLst>
        </pc:spChg>
        <pc:spChg chg="mod">
          <ac:chgData name="Fadekemi Adefemi" userId="d58dfbb28a565153" providerId="LiveId" clId="{C8074EDA-78BD-4D49-BA29-B756BFFBDDAA}" dt="2025-08-29T13:09:28.154" v="4087" actId="20577"/>
          <ac:spMkLst>
            <pc:docMk/>
            <pc:sldMk cId="2438774888" sldId="258"/>
            <ac:spMk id="3" creationId="{FDCCA2EF-4A1A-7068-4591-B32366861228}"/>
          </ac:spMkLst>
        </pc:spChg>
      </pc:sldChg>
      <pc:sldChg chg="modSp add mod">
        <pc:chgData name="Fadekemi Adefemi" userId="d58dfbb28a565153" providerId="LiveId" clId="{C8074EDA-78BD-4D49-BA29-B756BFFBDDAA}" dt="2025-08-29T03:53:32.515" v="996" actId="1076"/>
        <pc:sldMkLst>
          <pc:docMk/>
          <pc:sldMk cId="3928029331" sldId="259"/>
        </pc:sldMkLst>
        <pc:spChg chg="mod">
          <ac:chgData name="Fadekemi Adefemi" userId="d58dfbb28a565153" providerId="LiveId" clId="{C8074EDA-78BD-4D49-BA29-B756BFFBDDAA}" dt="2025-08-29T03:53:32.515" v="996" actId="1076"/>
          <ac:spMkLst>
            <pc:docMk/>
            <pc:sldMk cId="3928029331" sldId="259"/>
            <ac:spMk id="2" creationId="{B75E3CCB-FD51-CBB7-D875-0176627070A2}"/>
          </ac:spMkLst>
        </pc:spChg>
        <pc:spChg chg="mod">
          <ac:chgData name="Fadekemi Adefemi" userId="d58dfbb28a565153" providerId="LiveId" clId="{C8074EDA-78BD-4D49-BA29-B756BFFBDDAA}" dt="2025-08-29T03:48:15.673" v="913" actId="20577"/>
          <ac:spMkLst>
            <pc:docMk/>
            <pc:sldMk cId="3928029331" sldId="259"/>
            <ac:spMk id="3" creationId="{4C88BD4A-1051-D62C-9E15-F7D67D2BDBAC}"/>
          </ac:spMkLst>
        </pc:spChg>
      </pc:sldChg>
      <pc:sldChg chg="modSp add mod">
        <pc:chgData name="Fadekemi Adefemi" userId="d58dfbb28a565153" providerId="LiveId" clId="{C8074EDA-78BD-4D49-BA29-B756BFFBDDAA}" dt="2025-08-29T13:18:15.834" v="4437" actId="14100"/>
        <pc:sldMkLst>
          <pc:docMk/>
          <pc:sldMk cId="4214771641" sldId="260"/>
        </pc:sldMkLst>
        <pc:spChg chg="mod">
          <ac:chgData name="Fadekemi Adefemi" userId="d58dfbb28a565153" providerId="LiveId" clId="{C8074EDA-78BD-4D49-BA29-B756BFFBDDAA}" dt="2025-08-27T20:45:28.282" v="255"/>
          <ac:spMkLst>
            <pc:docMk/>
            <pc:sldMk cId="4214771641" sldId="260"/>
            <ac:spMk id="2" creationId="{FB0BE0DC-DC92-753D-2D70-0CC0520CBAD9}"/>
          </ac:spMkLst>
        </pc:spChg>
        <pc:spChg chg="mod">
          <ac:chgData name="Fadekemi Adefemi" userId="d58dfbb28a565153" providerId="LiveId" clId="{C8074EDA-78BD-4D49-BA29-B756BFFBDDAA}" dt="2025-08-29T13:18:15.834" v="4437" actId="14100"/>
          <ac:spMkLst>
            <pc:docMk/>
            <pc:sldMk cId="4214771641" sldId="260"/>
            <ac:spMk id="3" creationId="{40C30E15-0997-8047-F163-6791774CF593}"/>
          </ac:spMkLst>
        </pc:spChg>
      </pc:sldChg>
      <pc:sldChg chg="new del">
        <pc:chgData name="Fadekemi Adefemi" userId="d58dfbb28a565153" providerId="LiveId" clId="{C8074EDA-78BD-4D49-BA29-B756BFFBDDAA}" dt="2025-08-27T20:52:01.347" v="329" actId="2696"/>
        <pc:sldMkLst>
          <pc:docMk/>
          <pc:sldMk cId="1487888795" sldId="261"/>
        </pc:sldMkLst>
      </pc:sldChg>
      <pc:sldChg chg="new del">
        <pc:chgData name="Fadekemi Adefemi" userId="d58dfbb28a565153" providerId="LiveId" clId="{C8074EDA-78BD-4D49-BA29-B756BFFBDDAA}" dt="2025-08-27T23:29:56.549" v="753" actId="2696"/>
        <pc:sldMkLst>
          <pc:docMk/>
          <pc:sldMk cId="481409387" sldId="262"/>
        </pc:sldMkLst>
      </pc:sldChg>
      <pc:sldChg chg="new del">
        <pc:chgData name="Fadekemi Adefemi" userId="d58dfbb28a565153" providerId="LiveId" clId="{C8074EDA-78BD-4D49-BA29-B756BFFBDDAA}" dt="2025-08-27T23:16:04.378" v="634" actId="2696"/>
        <pc:sldMkLst>
          <pc:docMk/>
          <pc:sldMk cId="493456958" sldId="263"/>
        </pc:sldMkLst>
      </pc:sldChg>
      <pc:sldChg chg="addSp delSp modSp new mod ord">
        <pc:chgData name="Fadekemi Adefemi" userId="d58dfbb28a565153" providerId="LiveId" clId="{C8074EDA-78BD-4D49-BA29-B756BFFBDDAA}" dt="2025-08-29T12:23:13.528" v="1660"/>
        <pc:sldMkLst>
          <pc:docMk/>
          <pc:sldMk cId="3467535770" sldId="264"/>
        </pc:sldMkLst>
        <pc:spChg chg="mod">
          <ac:chgData name="Fadekemi Adefemi" userId="d58dfbb28a565153" providerId="LiveId" clId="{C8074EDA-78BD-4D49-BA29-B756BFFBDDAA}" dt="2025-08-27T20:51:50.710" v="328" actId="20577"/>
          <ac:spMkLst>
            <pc:docMk/>
            <pc:sldMk cId="3467535770" sldId="264"/>
            <ac:spMk id="2" creationId="{950484CB-4EF6-EBBD-D5E7-126CCF1AD8D8}"/>
          </ac:spMkLst>
        </pc:spChg>
        <pc:spChg chg="mod">
          <ac:chgData name="Fadekemi Adefemi" userId="d58dfbb28a565153" providerId="LiveId" clId="{C8074EDA-78BD-4D49-BA29-B756BFFBDDAA}" dt="2025-08-27T20:52:53.103" v="336" actId="113"/>
          <ac:spMkLst>
            <pc:docMk/>
            <pc:sldMk cId="3467535770" sldId="264"/>
            <ac:spMk id="4" creationId="{A54EBF04-D5C7-614B-CA60-0683DD3C7574}"/>
          </ac:spMkLst>
        </pc:spChg>
        <pc:picChg chg="add mod ord">
          <ac:chgData name="Fadekemi Adefemi" userId="d58dfbb28a565153" providerId="LiveId" clId="{C8074EDA-78BD-4D49-BA29-B756BFFBDDAA}" dt="2025-08-27T20:53:04.243" v="337" actId="14100"/>
          <ac:picMkLst>
            <pc:docMk/>
            <pc:sldMk cId="3467535770" sldId="264"/>
            <ac:picMk id="6" creationId="{B6CDD532-C184-43F3-50B2-595D10164AEC}"/>
          </ac:picMkLst>
        </pc:picChg>
      </pc:sldChg>
      <pc:sldChg chg="addSp delSp modSp add mod ord">
        <pc:chgData name="Fadekemi Adefemi" userId="d58dfbb28a565153" providerId="LiveId" clId="{C8074EDA-78BD-4D49-BA29-B756BFFBDDAA}" dt="2025-08-29T12:23:22.011" v="1662"/>
        <pc:sldMkLst>
          <pc:docMk/>
          <pc:sldMk cId="2210580487" sldId="265"/>
        </pc:sldMkLst>
        <pc:spChg chg="mod">
          <ac:chgData name="Fadekemi Adefemi" userId="d58dfbb28a565153" providerId="LiveId" clId="{C8074EDA-78BD-4D49-BA29-B756BFFBDDAA}" dt="2025-08-27T21:01:36.554" v="389" actId="14100"/>
          <ac:spMkLst>
            <pc:docMk/>
            <pc:sldMk cId="2210580487" sldId="265"/>
            <ac:spMk id="2" creationId="{0D53397E-DCEA-36EE-5190-2239CE5B09BC}"/>
          </ac:spMkLst>
        </pc:spChg>
        <pc:spChg chg="mod">
          <ac:chgData name="Fadekemi Adefemi" userId="d58dfbb28a565153" providerId="LiveId" clId="{C8074EDA-78BD-4D49-BA29-B756BFFBDDAA}" dt="2025-08-27T21:01:44.643" v="390" actId="14100"/>
          <ac:spMkLst>
            <pc:docMk/>
            <pc:sldMk cId="2210580487" sldId="265"/>
            <ac:spMk id="4" creationId="{EC5EE980-84F2-43D0-CE12-72CE1138CEC8}"/>
          </ac:spMkLst>
        </pc:spChg>
        <pc:picChg chg="add mod">
          <ac:chgData name="Fadekemi Adefemi" userId="d58dfbb28a565153" providerId="LiveId" clId="{C8074EDA-78BD-4D49-BA29-B756BFFBDDAA}" dt="2025-08-27T21:01:10.825" v="386" actId="14100"/>
          <ac:picMkLst>
            <pc:docMk/>
            <pc:sldMk cId="2210580487" sldId="265"/>
            <ac:picMk id="16" creationId="{B5D60B53-7CCE-B8B5-58B5-AC9749B79698}"/>
          </ac:picMkLst>
        </pc:picChg>
      </pc:sldChg>
      <pc:sldChg chg="add del">
        <pc:chgData name="Fadekemi Adefemi" userId="d58dfbb28a565153" providerId="LiveId" clId="{C8074EDA-78BD-4D49-BA29-B756BFFBDDAA}" dt="2025-08-27T22:40:35.680" v="522" actId="2696"/>
        <pc:sldMkLst>
          <pc:docMk/>
          <pc:sldMk cId="2773968837" sldId="266"/>
        </pc:sldMkLst>
      </pc:sldChg>
      <pc:sldChg chg="addSp delSp modSp add del mod ord">
        <pc:chgData name="Fadekemi Adefemi" userId="d58dfbb28a565153" providerId="LiveId" clId="{C8074EDA-78BD-4D49-BA29-B756BFFBDDAA}" dt="2025-08-29T12:28:06.939" v="1671" actId="2696"/>
        <pc:sldMkLst>
          <pc:docMk/>
          <pc:sldMk cId="3265284506" sldId="267"/>
        </pc:sldMkLst>
        <pc:spChg chg="mod">
          <ac:chgData name="Fadekemi Adefemi" userId="d58dfbb28a565153" providerId="LiveId" clId="{C8074EDA-78BD-4D49-BA29-B756BFFBDDAA}" dt="2025-08-29T12:20:09.465" v="1581" actId="20577"/>
          <ac:spMkLst>
            <pc:docMk/>
            <pc:sldMk cId="3265284506" sldId="267"/>
            <ac:spMk id="2" creationId="{DB13E28A-E66C-7E4B-6A21-1331C674B766}"/>
          </ac:spMkLst>
        </pc:spChg>
        <pc:spChg chg="mod">
          <ac:chgData name="Fadekemi Adefemi" userId="d58dfbb28a565153" providerId="LiveId" clId="{C8074EDA-78BD-4D49-BA29-B756BFFBDDAA}" dt="2025-08-29T12:25:24.129" v="1666"/>
          <ac:spMkLst>
            <pc:docMk/>
            <pc:sldMk cId="3265284506" sldId="267"/>
            <ac:spMk id="4" creationId="{ED47CEA2-10E1-28B2-F791-EC8436DBEA6A}"/>
          </ac:spMkLst>
        </pc:spChg>
        <pc:picChg chg="add del mod">
          <ac:chgData name="Fadekemi Adefemi" userId="d58dfbb28a565153" providerId="LiveId" clId="{C8074EDA-78BD-4D49-BA29-B756BFFBDDAA}" dt="2025-08-29T12:24:58.756" v="1663" actId="478"/>
          <ac:picMkLst>
            <pc:docMk/>
            <pc:sldMk cId="3265284506" sldId="267"/>
            <ac:picMk id="5" creationId="{FA76620E-E3AD-89FF-6AB5-F2DBC93AF5D6}"/>
          </ac:picMkLst>
        </pc:picChg>
        <pc:picChg chg="add mod">
          <ac:chgData name="Fadekemi Adefemi" userId="d58dfbb28a565153" providerId="LiveId" clId="{C8074EDA-78BD-4D49-BA29-B756BFFBDDAA}" dt="2025-08-29T12:25:05.674" v="1665" actId="1076"/>
          <ac:picMkLst>
            <pc:docMk/>
            <pc:sldMk cId="3265284506" sldId="267"/>
            <ac:picMk id="14" creationId="{8217BDFE-49A3-86EC-44E9-890D2222641C}"/>
          </ac:picMkLst>
        </pc:picChg>
      </pc:sldChg>
      <pc:sldChg chg="addSp delSp modSp add del mod">
        <pc:chgData name="Fadekemi Adefemi" userId="d58dfbb28a565153" providerId="LiveId" clId="{C8074EDA-78BD-4D49-BA29-B756BFFBDDAA}" dt="2025-08-29T12:29:21.907" v="1683" actId="2696"/>
        <pc:sldMkLst>
          <pc:docMk/>
          <pc:sldMk cId="2283332862" sldId="268"/>
        </pc:sldMkLst>
        <pc:spChg chg="mod">
          <ac:chgData name="Fadekemi Adefemi" userId="d58dfbb28a565153" providerId="LiveId" clId="{C8074EDA-78BD-4D49-BA29-B756BFFBDDAA}" dt="2025-08-29T12:20:21.841" v="1601" actId="20577"/>
          <ac:spMkLst>
            <pc:docMk/>
            <pc:sldMk cId="2283332862" sldId="268"/>
            <ac:spMk id="2" creationId="{D1880D83-0329-AFA1-E727-68F4F9D4B88F}"/>
          </ac:spMkLst>
        </pc:spChg>
      </pc:sldChg>
      <pc:sldChg chg="addSp delSp modSp add mod">
        <pc:chgData name="Fadekemi Adefemi" userId="d58dfbb28a565153" providerId="LiveId" clId="{C8074EDA-78BD-4D49-BA29-B756BFFBDDAA}" dt="2025-08-29T05:03:38.121" v="1263" actId="14100"/>
        <pc:sldMkLst>
          <pc:docMk/>
          <pc:sldMk cId="3427616957" sldId="269"/>
        </pc:sldMkLst>
        <pc:spChg chg="mod">
          <ac:chgData name="Fadekemi Adefemi" userId="d58dfbb28a565153" providerId="LiveId" clId="{C8074EDA-78BD-4D49-BA29-B756BFFBDDAA}" dt="2025-08-29T05:03:38.121" v="1263" actId="14100"/>
          <ac:spMkLst>
            <pc:docMk/>
            <pc:sldMk cId="3427616957" sldId="269"/>
            <ac:spMk id="4" creationId="{F723D167-AB2A-C269-83F2-BD156402F7EA}"/>
          </ac:spMkLst>
        </pc:spChg>
        <pc:picChg chg="add mod">
          <ac:chgData name="Fadekemi Adefemi" userId="d58dfbb28a565153" providerId="LiveId" clId="{C8074EDA-78BD-4D49-BA29-B756BFFBDDAA}" dt="2025-08-27T22:13:59.872" v="445" actId="14100"/>
          <ac:picMkLst>
            <pc:docMk/>
            <pc:sldMk cId="3427616957" sldId="269"/>
            <ac:picMk id="5" creationId="{97E4ECA1-CEA1-0685-0160-1FEE6A40C44C}"/>
          </ac:picMkLst>
        </pc:picChg>
      </pc:sldChg>
      <pc:sldChg chg="addSp delSp modSp add mod ord">
        <pc:chgData name="Fadekemi Adefemi" userId="d58dfbb28a565153" providerId="LiveId" clId="{C8074EDA-78BD-4D49-BA29-B756BFFBDDAA}" dt="2025-08-29T04:49:29.235" v="1226" actId="27636"/>
        <pc:sldMkLst>
          <pc:docMk/>
          <pc:sldMk cId="1436292900" sldId="270"/>
        </pc:sldMkLst>
        <pc:spChg chg="mod">
          <ac:chgData name="Fadekemi Adefemi" userId="d58dfbb28a565153" providerId="LiveId" clId="{C8074EDA-78BD-4D49-BA29-B756BFFBDDAA}" dt="2025-08-27T23:21:06.967" v="669" actId="20577"/>
          <ac:spMkLst>
            <pc:docMk/>
            <pc:sldMk cId="1436292900" sldId="270"/>
            <ac:spMk id="2" creationId="{6EB478FD-2397-7E08-1563-42A79D88015C}"/>
          </ac:spMkLst>
        </pc:spChg>
        <pc:spChg chg="mod">
          <ac:chgData name="Fadekemi Adefemi" userId="d58dfbb28a565153" providerId="LiveId" clId="{C8074EDA-78BD-4D49-BA29-B756BFFBDDAA}" dt="2025-08-29T04:49:29.235" v="1226" actId="27636"/>
          <ac:spMkLst>
            <pc:docMk/>
            <pc:sldMk cId="1436292900" sldId="270"/>
            <ac:spMk id="4" creationId="{4BC2589B-D6A1-6CEF-6F38-944B3A44417E}"/>
          </ac:spMkLst>
        </pc:spChg>
        <pc:picChg chg="add del mod">
          <ac:chgData name="Fadekemi Adefemi" userId="d58dfbb28a565153" providerId="LiveId" clId="{C8074EDA-78BD-4D49-BA29-B756BFFBDDAA}" dt="2025-08-29T04:28:51.259" v="1001" actId="478"/>
          <ac:picMkLst>
            <pc:docMk/>
            <pc:sldMk cId="1436292900" sldId="270"/>
            <ac:picMk id="9" creationId="{DA80FD62-DD53-DCBD-D33B-4C91F0AB817D}"/>
          </ac:picMkLst>
        </pc:picChg>
        <pc:picChg chg="add mod">
          <ac:chgData name="Fadekemi Adefemi" userId="d58dfbb28a565153" providerId="LiveId" clId="{C8074EDA-78BD-4D49-BA29-B756BFFBDDAA}" dt="2025-08-29T04:29:02.066" v="1004" actId="14100"/>
          <ac:picMkLst>
            <pc:docMk/>
            <pc:sldMk cId="1436292900" sldId="270"/>
            <ac:picMk id="11" creationId="{E5AAF92D-E442-2C76-CF8B-126349A14568}"/>
          </ac:picMkLst>
        </pc:picChg>
      </pc:sldChg>
      <pc:sldChg chg="addSp delSp modSp add del mod">
        <pc:chgData name="Fadekemi Adefemi" userId="d58dfbb28a565153" providerId="LiveId" clId="{C8074EDA-78BD-4D49-BA29-B756BFFBDDAA}" dt="2025-08-27T23:16:09.808" v="635" actId="2696"/>
        <pc:sldMkLst>
          <pc:docMk/>
          <pc:sldMk cId="1285889379" sldId="271"/>
        </pc:sldMkLst>
      </pc:sldChg>
      <pc:sldChg chg="modSp add del mod">
        <pc:chgData name="Fadekemi Adefemi" userId="d58dfbb28a565153" providerId="LiveId" clId="{C8074EDA-78BD-4D49-BA29-B756BFFBDDAA}" dt="2025-08-29T13:15:34.986" v="4333" actId="2696"/>
        <pc:sldMkLst>
          <pc:docMk/>
          <pc:sldMk cId="2419279770" sldId="272"/>
        </pc:sldMkLst>
        <pc:spChg chg="mod">
          <ac:chgData name="Fadekemi Adefemi" userId="d58dfbb28a565153" providerId="LiveId" clId="{C8074EDA-78BD-4D49-BA29-B756BFFBDDAA}" dt="2025-08-29T13:11:35.582" v="4101" actId="20577"/>
          <ac:spMkLst>
            <pc:docMk/>
            <pc:sldMk cId="2419279770" sldId="272"/>
            <ac:spMk id="2" creationId="{0DA47C70-FC23-5BEC-C366-3608A1A3ADB9}"/>
          </ac:spMkLst>
        </pc:spChg>
        <pc:spChg chg="mod">
          <ac:chgData name="Fadekemi Adefemi" userId="d58dfbb28a565153" providerId="LiveId" clId="{C8074EDA-78BD-4D49-BA29-B756BFFBDDAA}" dt="2025-08-29T13:12:30.909" v="4219" actId="6549"/>
          <ac:spMkLst>
            <pc:docMk/>
            <pc:sldMk cId="2419279770" sldId="272"/>
            <ac:spMk id="3" creationId="{6A6492C8-AAA9-ED85-23D7-9FDFC178F0C3}"/>
          </ac:spMkLst>
        </pc:spChg>
      </pc:sldChg>
      <pc:sldChg chg="add del">
        <pc:chgData name="Fadekemi Adefemi" userId="d58dfbb28a565153" providerId="LiveId" clId="{C8074EDA-78BD-4D49-BA29-B756BFFBDDAA}" dt="2025-08-27T23:19:53.938" v="657" actId="2696"/>
        <pc:sldMkLst>
          <pc:docMk/>
          <pc:sldMk cId="2566401834" sldId="273"/>
        </pc:sldMkLst>
      </pc:sldChg>
      <pc:sldChg chg="add del">
        <pc:chgData name="Fadekemi Adefemi" userId="d58dfbb28a565153" providerId="LiveId" clId="{C8074EDA-78BD-4D49-BA29-B756BFFBDDAA}" dt="2025-08-27T22:47:01.682" v="586" actId="2696"/>
        <pc:sldMkLst>
          <pc:docMk/>
          <pc:sldMk cId="4229638290" sldId="274"/>
        </pc:sldMkLst>
      </pc:sldChg>
      <pc:sldChg chg="addSp delSp modSp add mod ord">
        <pc:chgData name="Fadekemi Adefemi" userId="d58dfbb28a565153" providerId="LiveId" clId="{C8074EDA-78BD-4D49-BA29-B756BFFBDDAA}" dt="2025-08-29T12:29:58.619" v="1684"/>
        <pc:sldMkLst>
          <pc:docMk/>
          <pc:sldMk cId="2077263357" sldId="275"/>
        </pc:sldMkLst>
        <pc:spChg chg="mod">
          <ac:chgData name="Fadekemi Adefemi" userId="d58dfbb28a565153" providerId="LiveId" clId="{C8074EDA-78BD-4D49-BA29-B756BFFBDDAA}" dt="2025-08-29T12:21:18.429" v="1647" actId="20577"/>
          <ac:spMkLst>
            <pc:docMk/>
            <pc:sldMk cId="2077263357" sldId="275"/>
            <ac:spMk id="2" creationId="{FA2BCA6E-35BA-56A0-7392-9203252FCC09}"/>
          </ac:spMkLst>
        </pc:spChg>
        <pc:spChg chg="mod">
          <ac:chgData name="Fadekemi Adefemi" userId="d58dfbb28a565153" providerId="LiveId" clId="{C8074EDA-78BD-4D49-BA29-B756BFFBDDAA}" dt="2025-08-29T12:29:58.619" v="1684"/>
          <ac:spMkLst>
            <pc:docMk/>
            <pc:sldMk cId="2077263357" sldId="275"/>
            <ac:spMk id="4" creationId="{4A989043-794F-5AA7-D87E-ADE7C3F73EEA}"/>
          </ac:spMkLst>
        </pc:spChg>
        <pc:picChg chg="add mod">
          <ac:chgData name="Fadekemi Adefemi" userId="d58dfbb28a565153" providerId="LiveId" clId="{C8074EDA-78BD-4D49-BA29-B756BFFBDDAA}" dt="2025-08-29T12:22:32.409" v="1656" actId="14100"/>
          <ac:picMkLst>
            <pc:docMk/>
            <pc:sldMk cId="2077263357" sldId="275"/>
            <ac:picMk id="11" creationId="{DAA8733F-B1FF-AD03-4079-A79E5034BF65}"/>
          </ac:picMkLst>
        </pc:picChg>
        <pc:picChg chg="add del mod">
          <ac:chgData name="Fadekemi Adefemi" userId="d58dfbb28a565153" providerId="LiveId" clId="{C8074EDA-78BD-4D49-BA29-B756BFFBDDAA}" dt="2025-08-29T12:21:57.501" v="1650" actId="478"/>
          <ac:picMkLst>
            <pc:docMk/>
            <pc:sldMk cId="2077263357" sldId="275"/>
            <ac:picMk id="13" creationId="{80A659B5-06D4-FCC1-E08B-DD75D5782884}"/>
          </ac:picMkLst>
        </pc:picChg>
      </pc:sldChg>
      <pc:sldChg chg="addSp delSp modSp add mod ord">
        <pc:chgData name="Fadekemi Adefemi" userId="d58dfbb28a565153" providerId="LiveId" clId="{C8074EDA-78BD-4D49-BA29-B756BFFBDDAA}" dt="2025-08-29T06:57:02.003" v="1556"/>
        <pc:sldMkLst>
          <pc:docMk/>
          <pc:sldMk cId="2740161395" sldId="276"/>
        </pc:sldMkLst>
        <pc:spChg chg="mod">
          <ac:chgData name="Fadekemi Adefemi" userId="d58dfbb28a565153" providerId="LiveId" clId="{C8074EDA-78BD-4D49-BA29-B756BFFBDDAA}" dt="2025-08-29T05:12:29.811" v="1274" actId="20577"/>
          <ac:spMkLst>
            <pc:docMk/>
            <pc:sldMk cId="2740161395" sldId="276"/>
            <ac:spMk id="2" creationId="{BBD434A1-18B3-4F45-FD01-EA9524994119}"/>
          </ac:spMkLst>
        </pc:spChg>
        <pc:spChg chg="mod">
          <ac:chgData name="Fadekemi Adefemi" userId="d58dfbb28a565153" providerId="LiveId" clId="{C8074EDA-78BD-4D49-BA29-B756BFFBDDAA}" dt="2025-08-29T06:57:02.003" v="1556"/>
          <ac:spMkLst>
            <pc:docMk/>
            <pc:sldMk cId="2740161395" sldId="276"/>
            <ac:spMk id="4" creationId="{67DA2536-6DBA-C8B4-80C2-C8F7D6E48C88}"/>
          </ac:spMkLst>
        </pc:spChg>
        <pc:picChg chg="add del mod">
          <ac:chgData name="Fadekemi Adefemi" userId="d58dfbb28a565153" providerId="LiveId" clId="{C8074EDA-78BD-4D49-BA29-B756BFFBDDAA}" dt="2025-08-29T05:08:14.474" v="1265" actId="478"/>
          <ac:picMkLst>
            <pc:docMk/>
            <pc:sldMk cId="2740161395" sldId="276"/>
            <ac:picMk id="5" creationId="{D13A02C1-14D1-3FDA-677A-AB0BA27E0E90}"/>
          </ac:picMkLst>
        </pc:picChg>
        <pc:picChg chg="add del mod">
          <ac:chgData name="Fadekemi Adefemi" userId="d58dfbb28a565153" providerId="LiveId" clId="{C8074EDA-78BD-4D49-BA29-B756BFFBDDAA}" dt="2025-08-29T05:50:54.580" v="1289" actId="478"/>
          <ac:picMkLst>
            <pc:docMk/>
            <pc:sldMk cId="2740161395" sldId="276"/>
            <ac:picMk id="7" creationId="{D2311800-262A-10FF-490D-0984D3B749C1}"/>
          </ac:picMkLst>
        </pc:picChg>
        <pc:picChg chg="add mod">
          <ac:chgData name="Fadekemi Adefemi" userId="d58dfbb28a565153" providerId="LiveId" clId="{C8074EDA-78BD-4D49-BA29-B756BFFBDDAA}" dt="2025-08-29T05:55:25.663" v="1294" actId="14100"/>
          <ac:picMkLst>
            <pc:docMk/>
            <pc:sldMk cId="2740161395" sldId="276"/>
            <ac:picMk id="10" creationId="{F673016A-89DF-632E-2235-4FD6FFCAF3CE}"/>
          </ac:picMkLst>
        </pc:picChg>
      </pc:sldChg>
      <pc:sldChg chg="addSp delSp modSp add del mod ord">
        <pc:chgData name="Fadekemi Adefemi" userId="d58dfbb28a565153" providerId="LiveId" clId="{C8074EDA-78BD-4D49-BA29-B756BFFBDDAA}" dt="2025-08-29T12:48:59.237" v="2068" actId="2696"/>
        <pc:sldMkLst>
          <pc:docMk/>
          <pc:sldMk cId="802368833" sldId="277"/>
        </pc:sldMkLst>
        <pc:spChg chg="mod">
          <ac:chgData name="Fadekemi Adefemi" userId="d58dfbb28a565153" providerId="LiveId" clId="{C8074EDA-78BD-4D49-BA29-B756BFFBDDAA}" dt="2025-08-29T05:02:51.934" v="1257" actId="1076"/>
          <ac:spMkLst>
            <pc:docMk/>
            <pc:sldMk cId="802368833" sldId="277"/>
            <ac:spMk id="2" creationId="{39EC8E7C-DAF8-8D09-6884-164A06C28BE3}"/>
          </ac:spMkLst>
        </pc:spChg>
        <pc:spChg chg="mod">
          <ac:chgData name="Fadekemi Adefemi" userId="d58dfbb28a565153" providerId="LiveId" clId="{C8074EDA-78BD-4D49-BA29-B756BFFBDDAA}" dt="2025-08-29T12:41:08.576" v="1711" actId="6549"/>
          <ac:spMkLst>
            <pc:docMk/>
            <pc:sldMk cId="802368833" sldId="277"/>
            <ac:spMk id="3" creationId="{FD956B06-7F96-DAB8-C3AD-43AC6F85861C}"/>
          </ac:spMkLst>
        </pc:spChg>
        <pc:spChg chg="add">
          <ac:chgData name="Fadekemi Adefemi" userId="d58dfbb28a565153" providerId="LiveId" clId="{C8074EDA-78BD-4D49-BA29-B756BFFBDDAA}" dt="2025-08-29T12:41:15.134" v="1712"/>
          <ac:spMkLst>
            <pc:docMk/>
            <pc:sldMk cId="802368833" sldId="277"/>
            <ac:spMk id="6" creationId="{FEDE48B5-9A6C-1051-8801-3C776687FE08}"/>
          </ac:spMkLst>
        </pc:spChg>
      </pc:sldChg>
      <pc:sldChg chg="modSp new mod">
        <pc:chgData name="Fadekemi Adefemi" userId="d58dfbb28a565153" providerId="LiveId" clId="{C8074EDA-78BD-4D49-BA29-B756BFFBDDAA}" dt="2025-08-27T23:35:32.184" v="846" actId="1076"/>
        <pc:sldMkLst>
          <pc:docMk/>
          <pc:sldMk cId="690460329" sldId="278"/>
        </pc:sldMkLst>
        <pc:spChg chg="mod">
          <ac:chgData name="Fadekemi Adefemi" userId="d58dfbb28a565153" providerId="LiveId" clId="{C8074EDA-78BD-4D49-BA29-B756BFFBDDAA}" dt="2025-08-27T23:35:32.184" v="846" actId="1076"/>
          <ac:spMkLst>
            <pc:docMk/>
            <pc:sldMk cId="690460329" sldId="278"/>
            <ac:spMk id="2" creationId="{D15A67AE-37B5-927C-4A04-0FA010020C4E}"/>
          </ac:spMkLst>
        </pc:spChg>
      </pc:sldChg>
      <pc:sldChg chg="modSp add mod">
        <pc:chgData name="Fadekemi Adefemi" userId="d58dfbb28a565153" providerId="LiveId" clId="{C8074EDA-78BD-4D49-BA29-B756BFFBDDAA}" dt="2025-08-29T03:55:20.509" v="1000" actId="14100"/>
        <pc:sldMkLst>
          <pc:docMk/>
          <pc:sldMk cId="2224322082" sldId="279"/>
        </pc:sldMkLst>
        <pc:spChg chg="mod">
          <ac:chgData name="Fadekemi Adefemi" userId="d58dfbb28a565153" providerId="LiveId" clId="{C8074EDA-78BD-4D49-BA29-B756BFFBDDAA}" dt="2025-08-29T03:55:20.509" v="1000" actId="14100"/>
          <ac:spMkLst>
            <pc:docMk/>
            <pc:sldMk cId="2224322082" sldId="279"/>
            <ac:spMk id="2" creationId="{FCB744BA-9377-AF99-C5E6-37FB49A6699C}"/>
          </ac:spMkLst>
        </pc:spChg>
        <pc:spChg chg="mod">
          <ac:chgData name="Fadekemi Adefemi" userId="d58dfbb28a565153" providerId="LiveId" clId="{C8074EDA-78BD-4D49-BA29-B756BFFBDDAA}" dt="2025-08-29T03:55:11.070" v="999" actId="255"/>
          <ac:spMkLst>
            <pc:docMk/>
            <pc:sldMk cId="2224322082" sldId="279"/>
            <ac:spMk id="3" creationId="{D30A4298-6B67-4121-BCB4-C78A331A0C3A}"/>
          </ac:spMkLst>
        </pc:spChg>
      </pc:sldChg>
      <pc:sldChg chg="add">
        <pc:chgData name="Fadekemi Adefemi" userId="d58dfbb28a565153" providerId="LiveId" clId="{C8074EDA-78BD-4D49-BA29-B756BFFBDDAA}" dt="2025-08-29T05:08:09.561" v="1264" actId="2890"/>
        <pc:sldMkLst>
          <pc:docMk/>
          <pc:sldMk cId="439105507" sldId="280"/>
        </pc:sldMkLst>
      </pc:sldChg>
      <pc:sldChg chg="add">
        <pc:chgData name="Fadekemi Adefemi" userId="d58dfbb28a565153" providerId="LiveId" clId="{C8074EDA-78BD-4D49-BA29-B756BFFBDDAA}" dt="2025-08-29T05:50:49.738" v="1288" actId="2890"/>
        <pc:sldMkLst>
          <pc:docMk/>
          <pc:sldMk cId="2654088791" sldId="281"/>
        </pc:sldMkLst>
      </pc:sldChg>
      <pc:sldChg chg="addSp delSp modSp add mod ord">
        <pc:chgData name="Fadekemi Adefemi" userId="d58dfbb28a565153" providerId="LiveId" clId="{C8074EDA-78BD-4D49-BA29-B756BFFBDDAA}" dt="2025-08-29T12:28:44.740" v="1677" actId="27636"/>
        <pc:sldMkLst>
          <pc:docMk/>
          <pc:sldMk cId="1393353156" sldId="282"/>
        </pc:sldMkLst>
        <pc:spChg chg="mod">
          <ac:chgData name="Fadekemi Adefemi" userId="d58dfbb28a565153" providerId="LiveId" clId="{C8074EDA-78BD-4D49-BA29-B756BFFBDDAA}" dt="2025-08-29T12:21:04.990" v="1627" actId="20577"/>
          <ac:spMkLst>
            <pc:docMk/>
            <pc:sldMk cId="1393353156" sldId="282"/>
            <ac:spMk id="2" creationId="{85E7FA5C-3D1D-0D0A-3E61-8E5413A5BDA2}"/>
          </ac:spMkLst>
        </pc:spChg>
        <pc:spChg chg="mod">
          <ac:chgData name="Fadekemi Adefemi" userId="d58dfbb28a565153" providerId="LiveId" clId="{C8074EDA-78BD-4D49-BA29-B756BFFBDDAA}" dt="2025-08-29T12:28:44.740" v="1677" actId="27636"/>
          <ac:spMkLst>
            <pc:docMk/>
            <pc:sldMk cId="1393353156" sldId="282"/>
            <ac:spMk id="4" creationId="{BD288FD2-D40E-3C71-BE82-E37C08D6F3C1}"/>
          </ac:spMkLst>
        </pc:spChg>
        <pc:picChg chg="add mod">
          <ac:chgData name="Fadekemi Adefemi" userId="d58dfbb28a565153" providerId="LiveId" clId="{C8074EDA-78BD-4D49-BA29-B756BFFBDDAA}" dt="2025-08-29T12:28:37.707" v="1675" actId="14100"/>
          <ac:picMkLst>
            <pc:docMk/>
            <pc:sldMk cId="1393353156" sldId="282"/>
            <ac:picMk id="5" creationId="{2A1BEEA8-96EC-85FD-254C-005F8EC7D3DE}"/>
          </ac:picMkLst>
        </pc:picChg>
        <pc:picChg chg="del">
          <ac:chgData name="Fadekemi Adefemi" userId="d58dfbb28a565153" providerId="LiveId" clId="{C8074EDA-78BD-4D49-BA29-B756BFFBDDAA}" dt="2025-08-29T07:08:58.597" v="1558" actId="478"/>
          <ac:picMkLst>
            <pc:docMk/>
            <pc:sldMk cId="1393353156" sldId="282"/>
            <ac:picMk id="11" creationId="{A12D2509-DA06-259A-F678-5E0B94C39351}"/>
          </ac:picMkLst>
        </pc:picChg>
        <pc:picChg chg="del mod">
          <ac:chgData name="Fadekemi Adefemi" userId="d58dfbb28a565153" providerId="LiveId" clId="{C8074EDA-78BD-4D49-BA29-B756BFFBDDAA}" dt="2025-08-29T12:28:29.391" v="1673" actId="478"/>
          <ac:picMkLst>
            <pc:docMk/>
            <pc:sldMk cId="1393353156" sldId="282"/>
            <ac:picMk id="13" creationId="{4F7F3431-1B68-D43A-AD0A-8D731C0445A2}"/>
          </ac:picMkLst>
        </pc:picChg>
      </pc:sldChg>
      <pc:sldChg chg="delSp modSp add mod">
        <pc:chgData name="Fadekemi Adefemi" userId="d58dfbb28a565153" providerId="LiveId" clId="{C8074EDA-78BD-4D49-BA29-B756BFFBDDAA}" dt="2025-08-29T12:29:11.602" v="1682" actId="27636"/>
        <pc:sldMkLst>
          <pc:docMk/>
          <pc:sldMk cId="1011607407" sldId="283"/>
        </pc:sldMkLst>
        <pc:spChg chg="mod">
          <ac:chgData name="Fadekemi Adefemi" userId="d58dfbb28a565153" providerId="LiveId" clId="{C8074EDA-78BD-4D49-BA29-B756BFFBDDAA}" dt="2025-08-29T12:29:11.602" v="1682" actId="27636"/>
          <ac:spMkLst>
            <pc:docMk/>
            <pc:sldMk cId="1011607407" sldId="283"/>
            <ac:spMk id="4" creationId="{A269AA5F-9371-B212-ACF5-9208A89BB35C}"/>
          </ac:spMkLst>
        </pc:spChg>
        <pc:picChg chg="del">
          <ac:chgData name="Fadekemi Adefemi" userId="d58dfbb28a565153" providerId="LiveId" clId="{C8074EDA-78BD-4D49-BA29-B756BFFBDDAA}" dt="2025-08-29T12:28:54.723" v="1678" actId="478"/>
          <ac:picMkLst>
            <pc:docMk/>
            <pc:sldMk cId="1011607407" sldId="283"/>
            <ac:picMk id="5" creationId="{536FB663-66F2-DB7C-4AB8-FD399BEA845D}"/>
          </ac:picMkLst>
        </pc:picChg>
        <pc:picChg chg="mod">
          <ac:chgData name="Fadekemi Adefemi" userId="d58dfbb28a565153" providerId="LiveId" clId="{C8074EDA-78BD-4D49-BA29-B756BFFBDDAA}" dt="2025-08-29T12:29:04.483" v="1680" actId="14100"/>
          <ac:picMkLst>
            <pc:docMk/>
            <pc:sldMk cId="1011607407" sldId="283"/>
            <ac:picMk id="13" creationId="{4AF3EC73-4FC0-53BF-0397-7C7F6B858D60}"/>
          </ac:picMkLst>
        </pc:picChg>
      </pc:sldChg>
      <pc:sldChg chg="addSp modSp add del mod">
        <pc:chgData name="Fadekemi Adefemi" userId="d58dfbb28a565153" providerId="LiveId" clId="{C8074EDA-78BD-4D49-BA29-B756BFFBDDAA}" dt="2025-08-29T12:49:04.219" v="2069" actId="2696"/>
        <pc:sldMkLst>
          <pc:docMk/>
          <pc:sldMk cId="912891186" sldId="284"/>
        </pc:sldMkLst>
        <pc:spChg chg="mod">
          <ac:chgData name="Fadekemi Adefemi" userId="d58dfbb28a565153" providerId="LiveId" clId="{C8074EDA-78BD-4D49-BA29-B756BFFBDDAA}" dt="2025-08-29T12:38:56.900" v="1687" actId="6549"/>
          <ac:spMkLst>
            <pc:docMk/>
            <pc:sldMk cId="912891186" sldId="284"/>
            <ac:spMk id="3" creationId="{1516E811-016F-4B6E-86B9-DB658DC6C7AE}"/>
          </ac:spMkLst>
        </pc:spChg>
        <pc:spChg chg="add">
          <ac:chgData name="Fadekemi Adefemi" userId="d58dfbb28a565153" providerId="LiveId" clId="{C8074EDA-78BD-4D49-BA29-B756BFFBDDAA}" dt="2025-08-29T12:38:49.254" v="1686"/>
          <ac:spMkLst>
            <pc:docMk/>
            <pc:sldMk cId="912891186" sldId="284"/>
            <ac:spMk id="4" creationId="{5E6B1D49-279E-439C-D984-595D6A0CF42B}"/>
          </ac:spMkLst>
        </pc:spChg>
        <pc:spChg chg="add mod">
          <ac:chgData name="Fadekemi Adefemi" userId="d58dfbb28a565153" providerId="LiveId" clId="{C8074EDA-78BD-4D49-BA29-B756BFFBDDAA}" dt="2025-08-29T12:40:37.268" v="1710" actId="5793"/>
          <ac:spMkLst>
            <pc:docMk/>
            <pc:sldMk cId="912891186" sldId="284"/>
            <ac:spMk id="5" creationId="{3D98992F-2119-41C3-30A2-390B2DC3800E}"/>
          </ac:spMkLst>
        </pc:spChg>
      </pc:sldChg>
      <pc:sldChg chg="addSp modSp add mod">
        <pc:chgData name="Fadekemi Adefemi" userId="d58dfbb28a565153" providerId="LiveId" clId="{C8074EDA-78BD-4D49-BA29-B756BFFBDDAA}" dt="2025-08-29T13:19:16.440" v="4443" actId="313"/>
        <pc:sldMkLst>
          <pc:docMk/>
          <pc:sldMk cId="3455848891" sldId="285"/>
        </pc:sldMkLst>
        <pc:spChg chg="mod">
          <ac:chgData name="Fadekemi Adefemi" userId="d58dfbb28a565153" providerId="LiveId" clId="{C8074EDA-78BD-4D49-BA29-B756BFFBDDAA}" dt="2025-08-29T12:49:25.022" v="2098" actId="20577"/>
          <ac:spMkLst>
            <pc:docMk/>
            <pc:sldMk cId="3455848891" sldId="285"/>
            <ac:spMk id="2" creationId="{46E96B24-3A48-8EB8-0F94-1741C4A3806F}"/>
          </ac:spMkLst>
        </pc:spChg>
        <pc:spChg chg="mod">
          <ac:chgData name="Fadekemi Adefemi" userId="d58dfbb28a565153" providerId="LiveId" clId="{C8074EDA-78BD-4D49-BA29-B756BFFBDDAA}" dt="2025-08-29T13:19:16.440" v="4443" actId="313"/>
          <ac:spMkLst>
            <pc:docMk/>
            <pc:sldMk cId="3455848891" sldId="285"/>
            <ac:spMk id="3" creationId="{0C1E19CB-55E9-C3BF-CA16-420F0DE6A628}"/>
          </ac:spMkLst>
        </pc:spChg>
        <pc:spChg chg="add">
          <ac:chgData name="Fadekemi Adefemi" userId="d58dfbb28a565153" providerId="LiveId" clId="{C8074EDA-78BD-4D49-BA29-B756BFFBDDAA}" dt="2025-08-29T12:49:49.247" v="2100"/>
          <ac:spMkLst>
            <pc:docMk/>
            <pc:sldMk cId="3455848891" sldId="285"/>
            <ac:spMk id="4" creationId="{7B449827-6BB2-C34D-D398-95AC089D7A3E}"/>
          </ac:spMkLst>
        </pc:spChg>
        <pc:spChg chg="add mod">
          <ac:chgData name="Fadekemi Adefemi" userId="d58dfbb28a565153" providerId="LiveId" clId="{C8074EDA-78BD-4D49-BA29-B756BFFBDDAA}" dt="2025-08-29T12:50:05.661" v="2102"/>
          <ac:spMkLst>
            <pc:docMk/>
            <pc:sldMk cId="3455848891" sldId="285"/>
            <ac:spMk id="5" creationId="{0C0DDB5F-C0B0-BEE9-FDDF-B8EFE3EA30DA}"/>
          </ac:spMkLst>
        </pc:spChg>
      </pc:sldChg>
      <pc:sldChg chg="add">
        <pc:chgData name="Fadekemi Adefemi" userId="d58dfbb28a565153" providerId="LiveId" clId="{C8074EDA-78BD-4D49-BA29-B756BFFBDDAA}" dt="2025-08-29T12:49:09.046" v="2070" actId="2890"/>
        <pc:sldMkLst>
          <pc:docMk/>
          <pc:sldMk cId="2722748658" sldId="286"/>
        </pc:sldMkLst>
      </pc:sldChg>
      <pc:sldChg chg="modSp add mod">
        <pc:chgData name="Fadekemi Adefemi" userId="d58dfbb28a565153" providerId="LiveId" clId="{C8074EDA-78BD-4D49-BA29-B756BFFBDDAA}" dt="2025-08-29T13:16:20.452" v="4397" actId="255"/>
        <pc:sldMkLst>
          <pc:docMk/>
          <pc:sldMk cId="221606147" sldId="287"/>
        </pc:sldMkLst>
        <pc:spChg chg="mod">
          <ac:chgData name="Fadekemi Adefemi" userId="d58dfbb28a565153" providerId="LiveId" clId="{C8074EDA-78BD-4D49-BA29-B756BFFBDDAA}" dt="2025-08-29T13:16:02.991" v="4395" actId="14100"/>
          <ac:spMkLst>
            <pc:docMk/>
            <pc:sldMk cId="221606147" sldId="287"/>
            <ac:spMk id="2" creationId="{0C3B2942-FD2C-CC5E-9710-487F7D75C305}"/>
          </ac:spMkLst>
        </pc:spChg>
        <pc:spChg chg="mod">
          <ac:chgData name="Fadekemi Adefemi" userId="d58dfbb28a565153" providerId="LiveId" clId="{C8074EDA-78BD-4D49-BA29-B756BFFBDDAA}" dt="2025-08-29T13:16:20.452" v="4397" actId="255"/>
          <ac:spMkLst>
            <pc:docMk/>
            <pc:sldMk cId="221606147" sldId="287"/>
            <ac:spMk id="3" creationId="{5D6E1271-8058-EE92-4DA7-EFAC27615C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172761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1206568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1691815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3016308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95E1B67-4010-4448-902E-2F9CAB058654}" type="datetimeFigureOut">
              <a:rPr lang="en-GB" smtClean="0"/>
              <a:t>24/08/2025</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2663532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95E1B67-4010-4448-902E-2F9CAB058654}" type="datetimeFigureOut">
              <a:rPr lang="en-GB" smtClean="0"/>
              <a:t>24/08/2025</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3032600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5E1B67-4010-4448-902E-2F9CAB058654}" type="datetimeFigureOut">
              <a:rPr lang="en-GB" smtClean="0"/>
              <a:t>24/08/2025</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4041814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3176633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1330566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3638553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F67485-D0A5-48C4-A699-73E3601B77D2}"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72596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734808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F67485-D0A5-48C4-A699-73E3601B77D2}"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9753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395E1B67-4010-4448-902E-2F9CAB058654}" type="datetimeFigureOut">
              <a:rPr lang="en-GB" smtClean="0"/>
              <a:t>24/08/2025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1490030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869365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95E1B67-4010-4448-902E-2F9CAB058654}" type="datetimeFigureOut">
              <a:rPr lang="en-GB" smtClean="0"/>
              <a:t>24/08/2025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F67485-D0A5-48C4-A699-73E3601B77D2}" type="slidenum">
              <a:rPr lang="en-GB" smtClean="0"/>
              <a:t>‹#›</a:t>
            </a:fld>
            <a:endParaRPr lang="en-GB"/>
          </a:p>
        </p:txBody>
      </p:sp>
    </p:spTree>
    <p:extLst>
      <p:ext uri="{BB962C8B-B14F-4D97-AF65-F5344CB8AC3E}">
        <p14:creationId xmlns:p14="http://schemas.microsoft.com/office/powerpoint/2010/main" val="951522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95E1B67-4010-4448-902E-2F9CAB058654}" type="datetimeFigureOut">
              <a:rPr lang="en-GB" smtClean="0"/>
              <a:t>24/08/2025</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2F67485-D0A5-48C4-A699-73E3601B77D2}" type="slidenum">
              <a:rPr lang="en-GB" smtClean="0"/>
              <a:t>‹#›</a:t>
            </a:fld>
            <a:endParaRPr lang="en-GB"/>
          </a:p>
        </p:txBody>
      </p:sp>
    </p:spTree>
    <p:extLst>
      <p:ext uri="{BB962C8B-B14F-4D97-AF65-F5344CB8AC3E}">
        <p14:creationId xmlns:p14="http://schemas.microsoft.com/office/powerpoint/2010/main" val="116480875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BB5F7-A6BC-8817-B7B9-0292FAC45F5C}"/>
              </a:ext>
            </a:extLst>
          </p:cNvPr>
          <p:cNvSpPr>
            <a:spLocks noGrp="1"/>
          </p:cNvSpPr>
          <p:nvPr>
            <p:ph type="ctrTitle"/>
          </p:nvPr>
        </p:nvSpPr>
        <p:spPr>
          <a:xfrm>
            <a:off x="1524000" y="943897"/>
            <a:ext cx="9144000" cy="2485103"/>
          </a:xfrm>
        </p:spPr>
        <p:txBody>
          <a:bodyPr>
            <a:normAutofit fontScale="90000"/>
          </a:bodyPr>
          <a:lstStyle/>
          <a:p>
            <a:pPr algn="ctr"/>
            <a:br>
              <a:rPr lang="en-GB" dirty="0"/>
            </a:br>
            <a:br>
              <a:rPr lang="en-GB" dirty="0"/>
            </a:br>
            <a:r>
              <a:rPr lang="en-GB" b="1" dirty="0"/>
              <a:t>OPTIMIZING PUBLIC TRANSIT OPERATIONS</a:t>
            </a:r>
            <a:br>
              <a:rPr lang="en-GB" dirty="0"/>
            </a:br>
            <a:endParaRPr lang="en-GB" dirty="0"/>
          </a:p>
        </p:txBody>
      </p:sp>
      <p:sp>
        <p:nvSpPr>
          <p:cNvPr id="3" name="Subtitle 2">
            <a:extLst>
              <a:ext uri="{FF2B5EF4-FFF2-40B4-BE49-F238E27FC236}">
                <a16:creationId xmlns:a16="http://schemas.microsoft.com/office/drawing/2014/main" id="{590E7A17-284D-9BB1-81ED-06D72A3E723A}"/>
              </a:ext>
            </a:extLst>
          </p:cNvPr>
          <p:cNvSpPr>
            <a:spLocks noGrp="1"/>
          </p:cNvSpPr>
          <p:nvPr>
            <p:ph type="subTitle" idx="1"/>
          </p:nvPr>
        </p:nvSpPr>
        <p:spPr>
          <a:xfrm>
            <a:off x="1524000" y="3602038"/>
            <a:ext cx="9144000" cy="807730"/>
          </a:xfrm>
        </p:spPr>
        <p:txBody>
          <a:bodyPr>
            <a:normAutofit fontScale="92500"/>
          </a:bodyPr>
          <a:lstStyle/>
          <a:p>
            <a:r>
              <a:rPr lang="en-GB" sz="2800" dirty="0"/>
              <a:t>An Exploratory Data Analysis of public transportation</a:t>
            </a:r>
          </a:p>
        </p:txBody>
      </p:sp>
      <p:sp>
        <p:nvSpPr>
          <p:cNvPr id="4" name="Subtitle 2">
            <a:extLst>
              <a:ext uri="{FF2B5EF4-FFF2-40B4-BE49-F238E27FC236}">
                <a16:creationId xmlns:a16="http://schemas.microsoft.com/office/drawing/2014/main" id="{AFEA4F6C-C846-0166-2E11-995106CE4DEC}"/>
              </a:ext>
            </a:extLst>
          </p:cNvPr>
          <p:cNvSpPr txBox="1">
            <a:spLocks/>
          </p:cNvSpPr>
          <p:nvPr/>
        </p:nvSpPr>
        <p:spPr>
          <a:xfrm>
            <a:off x="7207046" y="6228736"/>
            <a:ext cx="4827638" cy="51127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Presented by: Fadekemi Adefemi</a:t>
            </a:r>
          </a:p>
        </p:txBody>
      </p:sp>
    </p:spTree>
    <p:extLst>
      <p:ext uri="{BB962C8B-B14F-4D97-AF65-F5344CB8AC3E}">
        <p14:creationId xmlns:p14="http://schemas.microsoft.com/office/powerpoint/2010/main" val="4122826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2C15-2A4A-AB0B-D6A5-7350634E4DB3}"/>
              </a:ext>
            </a:extLst>
          </p:cNvPr>
          <p:cNvSpPr>
            <a:spLocks noGrp="1"/>
          </p:cNvSpPr>
          <p:nvPr>
            <p:ph type="title"/>
          </p:nvPr>
        </p:nvSpPr>
        <p:spPr/>
        <p:txBody>
          <a:bodyPr/>
          <a:lstStyle/>
          <a:p>
            <a:pPr algn="ctr"/>
            <a:r>
              <a:rPr lang="en-GB" dirty="0"/>
              <a:t>BUSINESS INTRODUCTION</a:t>
            </a:r>
          </a:p>
        </p:txBody>
      </p:sp>
      <p:sp>
        <p:nvSpPr>
          <p:cNvPr id="3" name="Content Placeholder 2">
            <a:extLst>
              <a:ext uri="{FF2B5EF4-FFF2-40B4-BE49-F238E27FC236}">
                <a16:creationId xmlns:a16="http://schemas.microsoft.com/office/drawing/2014/main" id="{EBE599F0-7F9C-7094-8359-632EDCECF220}"/>
              </a:ext>
            </a:extLst>
          </p:cNvPr>
          <p:cNvSpPr>
            <a:spLocks noGrp="1"/>
          </p:cNvSpPr>
          <p:nvPr>
            <p:ph idx="1"/>
          </p:nvPr>
        </p:nvSpPr>
        <p:spPr/>
        <p:txBody>
          <a:bodyPr>
            <a:normAutofit/>
          </a:bodyPr>
          <a:lstStyle/>
          <a:p>
            <a:pPr marL="0" indent="0">
              <a:lnSpc>
                <a:spcPct val="150000"/>
              </a:lnSpc>
              <a:buNone/>
            </a:pPr>
            <a:r>
              <a:rPr lang="en-GB" dirty="0" err="1"/>
              <a:t>MetroMove</a:t>
            </a:r>
            <a:r>
              <a:rPr lang="en-GB" dirty="0"/>
              <a:t> Transit Solutions is a public transportation service provider operating in multiple cities. </a:t>
            </a:r>
          </a:p>
          <a:p>
            <a:pPr marL="0" indent="0">
              <a:lnSpc>
                <a:spcPct val="150000"/>
              </a:lnSpc>
              <a:buNone/>
            </a:pPr>
            <a:r>
              <a:rPr lang="en-GB" dirty="0"/>
              <a:t>They manage and </a:t>
            </a:r>
            <a:r>
              <a:rPr lang="en-GB" dirty="0" err="1"/>
              <a:t>analyze</a:t>
            </a:r>
            <a:r>
              <a:rPr lang="en-GB" dirty="0"/>
              <a:t> thousands of daily trips taken via buses, trains, ferries, and trams. </a:t>
            </a:r>
          </a:p>
          <a:p>
            <a:pPr marL="0" indent="0">
              <a:lnSpc>
                <a:spcPct val="150000"/>
              </a:lnSpc>
              <a:buNone/>
            </a:pPr>
            <a:r>
              <a:rPr lang="en-GB" dirty="0"/>
              <a:t>The company's mission is to provide efficient, affordable, and timely public transportation services while leveraging data to improve passenger experience and optimize operations.</a:t>
            </a:r>
          </a:p>
        </p:txBody>
      </p:sp>
    </p:spTree>
    <p:extLst>
      <p:ext uri="{BB962C8B-B14F-4D97-AF65-F5344CB8AC3E}">
        <p14:creationId xmlns:p14="http://schemas.microsoft.com/office/powerpoint/2010/main" val="4010270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5A7F-0F5E-E91D-2A69-A97CCDD4A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CC85D-E02F-D98D-5DEA-4A372FEE9793}"/>
              </a:ext>
            </a:extLst>
          </p:cNvPr>
          <p:cNvSpPr>
            <a:spLocks noGrp="1"/>
          </p:cNvSpPr>
          <p:nvPr>
            <p:ph type="title"/>
          </p:nvPr>
        </p:nvSpPr>
        <p:spPr/>
        <p:txBody>
          <a:bodyPr/>
          <a:lstStyle/>
          <a:p>
            <a:pPr algn="ctr"/>
            <a:r>
              <a:rPr lang="en-GB" dirty="0"/>
              <a:t>PROBLEM STATEMENT</a:t>
            </a:r>
          </a:p>
        </p:txBody>
      </p:sp>
      <p:sp>
        <p:nvSpPr>
          <p:cNvPr id="3" name="Content Placeholder 2">
            <a:extLst>
              <a:ext uri="{FF2B5EF4-FFF2-40B4-BE49-F238E27FC236}">
                <a16:creationId xmlns:a16="http://schemas.microsoft.com/office/drawing/2014/main" id="{FDCCA2EF-4A1A-7068-4591-B32366861228}"/>
              </a:ext>
            </a:extLst>
          </p:cNvPr>
          <p:cNvSpPr>
            <a:spLocks noGrp="1"/>
          </p:cNvSpPr>
          <p:nvPr>
            <p:ph idx="1"/>
          </p:nvPr>
        </p:nvSpPr>
        <p:spPr>
          <a:xfrm>
            <a:off x="910628" y="1690688"/>
            <a:ext cx="10515600" cy="4351338"/>
          </a:xfrm>
        </p:spPr>
        <p:txBody>
          <a:bodyPr>
            <a:normAutofit/>
          </a:bodyPr>
          <a:lstStyle/>
          <a:p>
            <a:pPr marL="0" indent="0">
              <a:lnSpc>
                <a:spcPct val="150000"/>
              </a:lnSpc>
              <a:buNone/>
            </a:pPr>
            <a:r>
              <a:rPr lang="en-GB" dirty="0" err="1"/>
              <a:t>MetroMove</a:t>
            </a:r>
            <a:r>
              <a:rPr lang="en-GB" dirty="0"/>
              <a:t> has collected a large volume of trip data but lacks insights into trip performance, passenger behaviour, and fare patterns due to messy, inconsistent, and incomplete records. As part of their new data-driven initiative, they want to clean, explore, and summarize their trip records to identify inefficiencies and patterns that can drive operational improvements.</a:t>
            </a:r>
          </a:p>
        </p:txBody>
      </p:sp>
    </p:spTree>
    <p:extLst>
      <p:ext uri="{BB962C8B-B14F-4D97-AF65-F5344CB8AC3E}">
        <p14:creationId xmlns:p14="http://schemas.microsoft.com/office/powerpoint/2010/main" val="2438774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D9CE0-FC61-6A44-E690-561EA1950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E3CCB-FD51-CBB7-D875-0176627070A2}"/>
              </a:ext>
            </a:extLst>
          </p:cNvPr>
          <p:cNvSpPr>
            <a:spLocks noGrp="1"/>
          </p:cNvSpPr>
          <p:nvPr>
            <p:ph type="title"/>
          </p:nvPr>
        </p:nvSpPr>
        <p:spPr>
          <a:xfrm>
            <a:off x="1781763" y="607295"/>
            <a:ext cx="8911687" cy="762238"/>
          </a:xfrm>
        </p:spPr>
        <p:txBody>
          <a:bodyPr/>
          <a:lstStyle/>
          <a:p>
            <a:pPr algn="ctr"/>
            <a:r>
              <a:rPr lang="en-GB" dirty="0"/>
              <a:t>RATIONALE FOR THE PROJECT</a:t>
            </a:r>
          </a:p>
        </p:txBody>
      </p:sp>
      <p:sp>
        <p:nvSpPr>
          <p:cNvPr id="3" name="Content Placeholder 2">
            <a:extLst>
              <a:ext uri="{FF2B5EF4-FFF2-40B4-BE49-F238E27FC236}">
                <a16:creationId xmlns:a16="http://schemas.microsoft.com/office/drawing/2014/main" id="{4C88BD4A-1051-D62C-9E15-F7D67D2BDBAC}"/>
              </a:ext>
            </a:extLst>
          </p:cNvPr>
          <p:cNvSpPr>
            <a:spLocks noGrp="1"/>
          </p:cNvSpPr>
          <p:nvPr>
            <p:ph idx="1"/>
          </p:nvPr>
        </p:nvSpPr>
        <p:spPr>
          <a:xfrm>
            <a:off x="1487129" y="1899367"/>
            <a:ext cx="10515600" cy="4351338"/>
          </a:xfrm>
        </p:spPr>
        <p:txBody>
          <a:bodyPr>
            <a:noAutofit/>
          </a:bodyPr>
          <a:lstStyle/>
          <a:p>
            <a:pPr marL="0" indent="0">
              <a:lnSpc>
                <a:spcPct val="150000"/>
              </a:lnSpc>
              <a:buNone/>
            </a:pPr>
            <a:r>
              <a:rPr lang="en-GB" sz="2000" dirty="0"/>
              <a:t>The rationale for this project are to:</a:t>
            </a:r>
          </a:p>
          <a:p>
            <a:pPr>
              <a:lnSpc>
                <a:spcPct val="150000"/>
              </a:lnSpc>
            </a:pPr>
            <a:r>
              <a:rPr lang="en-GB" sz="2000" dirty="0"/>
              <a:t>Understand passenger usage patterns. </a:t>
            </a:r>
          </a:p>
          <a:p>
            <a:pPr>
              <a:lnSpc>
                <a:spcPct val="150000"/>
              </a:lnSpc>
            </a:pPr>
            <a:r>
              <a:rPr lang="en-GB" sz="2000" dirty="0"/>
              <a:t>Evaluate the performance of different transport modes. </a:t>
            </a:r>
          </a:p>
          <a:p>
            <a:pPr>
              <a:lnSpc>
                <a:spcPct val="150000"/>
              </a:lnSpc>
            </a:pPr>
            <a:r>
              <a:rPr lang="en-GB" sz="2000" dirty="0" err="1"/>
              <a:t>Analyze</a:t>
            </a:r>
            <a:r>
              <a:rPr lang="en-GB" sz="2000" dirty="0"/>
              <a:t> how trip characteristics impact customer experience. </a:t>
            </a:r>
          </a:p>
        </p:txBody>
      </p:sp>
    </p:spTree>
    <p:extLst>
      <p:ext uri="{BB962C8B-B14F-4D97-AF65-F5344CB8AC3E}">
        <p14:creationId xmlns:p14="http://schemas.microsoft.com/office/powerpoint/2010/main" val="3928029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8EB16-23EB-6C39-80E6-348B99025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BE0DC-DC92-753D-2D70-0CC0520CBAD9}"/>
              </a:ext>
            </a:extLst>
          </p:cNvPr>
          <p:cNvSpPr>
            <a:spLocks noGrp="1"/>
          </p:cNvSpPr>
          <p:nvPr>
            <p:ph type="title"/>
          </p:nvPr>
        </p:nvSpPr>
        <p:spPr/>
        <p:txBody>
          <a:bodyPr/>
          <a:lstStyle/>
          <a:p>
            <a:pPr algn="ctr"/>
            <a:r>
              <a:rPr lang="en-GB" dirty="0"/>
              <a:t>DELIVERABLES</a:t>
            </a:r>
          </a:p>
        </p:txBody>
      </p:sp>
      <p:sp>
        <p:nvSpPr>
          <p:cNvPr id="3" name="Content Placeholder 2">
            <a:extLst>
              <a:ext uri="{FF2B5EF4-FFF2-40B4-BE49-F238E27FC236}">
                <a16:creationId xmlns:a16="http://schemas.microsoft.com/office/drawing/2014/main" id="{40C30E15-0997-8047-F163-6791774CF593}"/>
              </a:ext>
            </a:extLst>
          </p:cNvPr>
          <p:cNvSpPr>
            <a:spLocks noGrp="1"/>
          </p:cNvSpPr>
          <p:nvPr>
            <p:ph idx="1"/>
          </p:nvPr>
        </p:nvSpPr>
        <p:spPr>
          <a:xfrm>
            <a:off x="2589212" y="2133600"/>
            <a:ext cx="8915400" cy="4267200"/>
          </a:xfrm>
        </p:spPr>
        <p:txBody>
          <a:bodyPr>
            <a:noAutofit/>
          </a:bodyPr>
          <a:lstStyle/>
          <a:p>
            <a:pPr>
              <a:lnSpc>
                <a:spcPct val="150000"/>
              </a:lnSpc>
            </a:pPr>
            <a:r>
              <a:rPr lang="en-GB" sz="2000" dirty="0"/>
              <a:t>Data Cleaning</a:t>
            </a:r>
          </a:p>
          <a:p>
            <a:pPr>
              <a:lnSpc>
                <a:spcPct val="150000"/>
              </a:lnSpc>
            </a:pPr>
            <a:r>
              <a:rPr lang="en-GB" sz="2000" dirty="0"/>
              <a:t>Data Explorations</a:t>
            </a:r>
          </a:p>
          <a:p>
            <a:pPr>
              <a:lnSpc>
                <a:spcPct val="150000"/>
              </a:lnSpc>
            </a:pPr>
            <a:r>
              <a:rPr lang="en-GB" sz="2000" dirty="0"/>
              <a:t>Descriptive Statistics</a:t>
            </a:r>
          </a:p>
          <a:p>
            <a:pPr>
              <a:lnSpc>
                <a:spcPct val="150000"/>
              </a:lnSpc>
            </a:pPr>
            <a:r>
              <a:rPr lang="en-GB" sz="2000" dirty="0"/>
              <a:t>Time-series Analysis</a:t>
            </a:r>
          </a:p>
          <a:p>
            <a:pPr>
              <a:lnSpc>
                <a:spcPct val="150000"/>
              </a:lnSpc>
            </a:pPr>
            <a:r>
              <a:rPr lang="en-GB" sz="2000" dirty="0"/>
              <a:t>Univariate/Bivariate/Multivariate Analysis</a:t>
            </a:r>
          </a:p>
          <a:p>
            <a:pPr>
              <a:lnSpc>
                <a:spcPct val="150000"/>
              </a:lnSpc>
            </a:pPr>
            <a:r>
              <a:rPr lang="en-GB" sz="2000" dirty="0"/>
              <a:t>Visualizations</a:t>
            </a:r>
          </a:p>
          <a:p>
            <a:pPr>
              <a:lnSpc>
                <a:spcPct val="150000"/>
              </a:lnSpc>
            </a:pPr>
            <a:r>
              <a:rPr lang="en-GB" sz="2000" dirty="0" err="1"/>
              <a:t>Jupyter</a:t>
            </a:r>
            <a:r>
              <a:rPr lang="en-GB" sz="2000" dirty="0"/>
              <a:t> Notebook containing comments and recommendations</a:t>
            </a:r>
          </a:p>
        </p:txBody>
      </p:sp>
    </p:spTree>
    <p:extLst>
      <p:ext uri="{BB962C8B-B14F-4D97-AF65-F5344CB8AC3E}">
        <p14:creationId xmlns:p14="http://schemas.microsoft.com/office/powerpoint/2010/main" val="4214771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25E4-7603-0140-DE53-3679FA412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B2942-FD2C-CC5E-9710-487F7D75C305}"/>
              </a:ext>
            </a:extLst>
          </p:cNvPr>
          <p:cNvSpPr>
            <a:spLocks noGrp="1"/>
          </p:cNvSpPr>
          <p:nvPr>
            <p:ph type="title"/>
          </p:nvPr>
        </p:nvSpPr>
        <p:spPr>
          <a:xfrm>
            <a:off x="2138516" y="624111"/>
            <a:ext cx="8911687" cy="659000"/>
          </a:xfrm>
        </p:spPr>
        <p:txBody>
          <a:bodyPr>
            <a:normAutofit/>
          </a:bodyPr>
          <a:lstStyle/>
          <a:p>
            <a:pPr algn="ctr"/>
            <a:r>
              <a:rPr lang="en-GB" dirty="0"/>
              <a:t>WORKFLOW</a:t>
            </a:r>
          </a:p>
        </p:txBody>
      </p:sp>
      <p:sp>
        <p:nvSpPr>
          <p:cNvPr id="3" name="Content Placeholder 2">
            <a:extLst>
              <a:ext uri="{FF2B5EF4-FFF2-40B4-BE49-F238E27FC236}">
                <a16:creationId xmlns:a16="http://schemas.microsoft.com/office/drawing/2014/main" id="{5D6E1271-8058-EE92-4DA7-EFAC27615CF7}"/>
              </a:ext>
            </a:extLst>
          </p:cNvPr>
          <p:cNvSpPr>
            <a:spLocks noGrp="1"/>
          </p:cNvSpPr>
          <p:nvPr>
            <p:ph idx="1"/>
          </p:nvPr>
        </p:nvSpPr>
        <p:spPr>
          <a:xfrm>
            <a:off x="1342103" y="1474839"/>
            <a:ext cx="10206754" cy="5073445"/>
          </a:xfrm>
        </p:spPr>
        <p:txBody>
          <a:bodyPr>
            <a:noAutofit/>
          </a:bodyPr>
          <a:lstStyle/>
          <a:p>
            <a:pPr>
              <a:lnSpc>
                <a:spcPct val="150000"/>
              </a:lnSpc>
            </a:pPr>
            <a:r>
              <a:rPr lang="en-GB" dirty="0"/>
              <a:t>Import necessary libraries and read the dataset</a:t>
            </a:r>
          </a:p>
          <a:p>
            <a:pPr>
              <a:lnSpc>
                <a:spcPct val="150000"/>
              </a:lnSpc>
            </a:pPr>
            <a:r>
              <a:rPr lang="en-GB" dirty="0"/>
              <a:t>Understand data structure and explore the data</a:t>
            </a:r>
          </a:p>
          <a:p>
            <a:pPr>
              <a:lnSpc>
                <a:spcPct val="150000"/>
              </a:lnSpc>
            </a:pPr>
            <a:r>
              <a:rPr lang="en-GB" dirty="0"/>
              <a:t>Standardized transport mode names (Bus, Train, Ferry, Tram)</a:t>
            </a:r>
          </a:p>
          <a:p>
            <a:pPr>
              <a:lnSpc>
                <a:spcPct val="150000"/>
              </a:lnSpc>
            </a:pPr>
            <a:r>
              <a:rPr lang="en-GB" dirty="0"/>
              <a:t>Fixed station naming issues (whitespace, casing)</a:t>
            </a:r>
          </a:p>
          <a:p>
            <a:pPr>
              <a:lnSpc>
                <a:spcPct val="150000"/>
              </a:lnSpc>
            </a:pPr>
            <a:r>
              <a:rPr lang="en-GB" dirty="0"/>
              <a:t>Converted </a:t>
            </a:r>
            <a:r>
              <a:rPr lang="en-GB" dirty="0" err="1"/>
              <a:t>Departure_Time</a:t>
            </a:r>
            <a:r>
              <a:rPr lang="en-GB" dirty="0"/>
              <a:t> and </a:t>
            </a:r>
            <a:r>
              <a:rPr lang="en-GB" dirty="0" err="1"/>
              <a:t>Trip_Date</a:t>
            </a:r>
            <a:r>
              <a:rPr lang="en-GB" dirty="0"/>
              <a:t> to datetime format</a:t>
            </a:r>
          </a:p>
          <a:p>
            <a:pPr>
              <a:lnSpc>
                <a:spcPct val="150000"/>
              </a:lnSpc>
            </a:pPr>
            <a:r>
              <a:rPr lang="en-GB" dirty="0"/>
              <a:t>Derived new features: Hour, Day, Month, Weekend/Weekday, Revenue, Fare per Passenger</a:t>
            </a:r>
          </a:p>
          <a:p>
            <a:pPr>
              <a:lnSpc>
                <a:spcPct val="150000"/>
              </a:lnSpc>
            </a:pPr>
            <a:r>
              <a:rPr lang="en-GB" dirty="0"/>
              <a:t>Handled missing values in </a:t>
            </a:r>
            <a:r>
              <a:rPr lang="en-GB" dirty="0" err="1"/>
              <a:t>Passenger_Count</a:t>
            </a:r>
            <a:r>
              <a:rPr lang="en-GB" dirty="0"/>
              <a:t>, </a:t>
            </a:r>
            <a:r>
              <a:rPr lang="en-GB" dirty="0" err="1"/>
              <a:t>Fare_Amount</a:t>
            </a:r>
            <a:r>
              <a:rPr lang="en-GB" dirty="0"/>
              <a:t>, </a:t>
            </a:r>
            <a:r>
              <a:rPr lang="en-GB" dirty="0" err="1"/>
              <a:t>Trip_Duration_Minutes</a:t>
            </a:r>
            <a:endParaRPr lang="en-GB" dirty="0"/>
          </a:p>
          <a:p>
            <a:pPr>
              <a:lnSpc>
                <a:spcPct val="150000"/>
              </a:lnSpc>
            </a:pPr>
            <a:r>
              <a:rPr lang="en-GB" dirty="0"/>
              <a:t>Identified outliers using IQR method, visualized with histogram and boxplot</a:t>
            </a:r>
          </a:p>
          <a:p>
            <a:pPr marL="0" indent="0">
              <a:lnSpc>
                <a:spcPct val="150000"/>
              </a:lnSpc>
              <a:buNone/>
            </a:pPr>
            <a:endParaRPr lang="en-GB" sz="2000" dirty="0"/>
          </a:p>
        </p:txBody>
      </p:sp>
    </p:spTree>
    <p:extLst>
      <p:ext uri="{BB962C8B-B14F-4D97-AF65-F5344CB8AC3E}">
        <p14:creationId xmlns:p14="http://schemas.microsoft.com/office/powerpoint/2010/main" val="221606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8DD52-E497-ACBB-84DB-CF76CB9C2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744BA-9377-AF99-C5E6-37FB49A6699C}"/>
              </a:ext>
            </a:extLst>
          </p:cNvPr>
          <p:cNvSpPr>
            <a:spLocks noGrp="1"/>
          </p:cNvSpPr>
          <p:nvPr>
            <p:ph type="title"/>
          </p:nvPr>
        </p:nvSpPr>
        <p:spPr>
          <a:xfrm>
            <a:off x="2138516" y="707923"/>
            <a:ext cx="8911687" cy="796412"/>
          </a:xfrm>
        </p:spPr>
        <p:txBody>
          <a:bodyPr>
            <a:normAutofit/>
          </a:bodyPr>
          <a:lstStyle/>
          <a:p>
            <a:r>
              <a:rPr lang="en-GB" sz="3200" dirty="0"/>
              <a:t>KEY PERFORMANCE INDICATOR</a:t>
            </a:r>
          </a:p>
        </p:txBody>
      </p:sp>
      <p:sp>
        <p:nvSpPr>
          <p:cNvPr id="3" name="Content Placeholder 2">
            <a:extLst>
              <a:ext uri="{FF2B5EF4-FFF2-40B4-BE49-F238E27FC236}">
                <a16:creationId xmlns:a16="http://schemas.microsoft.com/office/drawing/2014/main" id="{D30A4298-6B67-4121-BCB4-C78A331A0C3A}"/>
              </a:ext>
            </a:extLst>
          </p:cNvPr>
          <p:cNvSpPr>
            <a:spLocks noGrp="1"/>
          </p:cNvSpPr>
          <p:nvPr>
            <p:ph idx="1"/>
          </p:nvPr>
        </p:nvSpPr>
        <p:spPr>
          <a:xfrm>
            <a:off x="1297858" y="1622323"/>
            <a:ext cx="10206754" cy="5073445"/>
          </a:xfrm>
        </p:spPr>
        <p:txBody>
          <a:bodyPr>
            <a:noAutofit/>
          </a:bodyPr>
          <a:lstStyle/>
          <a:p>
            <a:pPr marL="0" indent="0">
              <a:buNone/>
            </a:pPr>
            <a:endParaRPr lang="en-GB" sz="3200" dirty="0"/>
          </a:p>
          <a:p>
            <a:r>
              <a:rPr lang="en-GB" sz="3200" dirty="0"/>
              <a:t>Total number of trips: 1,000</a:t>
            </a:r>
          </a:p>
          <a:p>
            <a:r>
              <a:rPr lang="en-GB" sz="3200" dirty="0"/>
              <a:t>Total number of passengers: 49,039.0</a:t>
            </a:r>
          </a:p>
          <a:p>
            <a:r>
              <a:rPr lang="en-GB" sz="3200" dirty="0"/>
              <a:t>Total Revenue($): 1,248,668.18</a:t>
            </a:r>
          </a:p>
          <a:p>
            <a:r>
              <a:rPr lang="en-GB" sz="3200" dirty="0"/>
              <a:t>Average duration of trips(minutes): 94.59</a:t>
            </a:r>
          </a:p>
          <a:p>
            <a:pPr marL="0" indent="0">
              <a:lnSpc>
                <a:spcPct val="150000"/>
              </a:lnSpc>
              <a:buNone/>
            </a:pPr>
            <a:endParaRPr lang="en-GB" sz="3200" dirty="0"/>
          </a:p>
        </p:txBody>
      </p:sp>
    </p:spTree>
    <p:extLst>
      <p:ext uri="{BB962C8B-B14F-4D97-AF65-F5344CB8AC3E}">
        <p14:creationId xmlns:p14="http://schemas.microsoft.com/office/powerpoint/2010/main" val="2224322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95E2C-714D-93F9-15E6-4C0E7D111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7FA5C-3D1D-0D0A-3E61-8E5413A5BDA2}"/>
              </a:ext>
            </a:extLst>
          </p:cNvPr>
          <p:cNvSpPr>
            <a:spLocks noGrp="1"/>
          </p:cNvSpPr>
          <p:nvPr>
            <p:ph type="title"/>
          </p:nvPr>
        </p:nvSpPr>
        <p:spPr>
          <a:xfrm>
            <a:off x="1578077" y="68227"/>
            <a:ext cx="9661065" cy="566738"/>
          </a:xfrm>
        </p:spPr>
        <p:txBody>
          <a:bodyPr/>
          <a:lstStyle/>
          <a:p>
            <a:r>
              <a:rPr lang="en-GB" dirty="0"/>
              <a:t>TIME SERIES ANALYSIS</a:t>
            </a:r>
          </a:p>
        </p:txBody>
      </p:sp>
      <p:sp>
        <p:nvSpPr>
          <p:cNvPr id="4" name="Text Placeholder 3">
            <a:extLst>
              <a:ext uri="{FF2B5EF4-FFF2-40B4-BE49-F238E27FC236}">
                <a16:creationId xmlns:a16="http://schemas.microsoft.com/office/drawing/2014/main" id="{BD288FD2-D40E-3C71-BE82-E37C08D6F3C1}"/>
              </a:ext>
            </a:extLst>
          </p:cNvPr>
          <p:cNvSpPr>
            <a:spLocks noGrp="1"/>
          </p:cNvSpPr>
          <p:nvPr>
            <p:ph type="body" sz="half" idx="2"/>
          </p:nvPr>
        </p:nvSpPr>
        <p:spPr>
          <a:xfrm>
            <a:off x="1445341" y="4916709"/>
            <a:ext cx="10576769" cy="1452315"/>
          </a:xfrm>
        </p:spPr>
        <p:txBody>
          <a:bodyPr>
            <a:normAutofit/>
          </a:bodyPr>
          <a:lstStyle/>
          <a:p>
            <a:pPr>
              <a:lnSpc>
                <a:spcPct val="150000"/>
              </a:lnSpc>
            </a:pPr>
            <a:r>
              <a:rPr lang="en-GB" b="1" dirty="0"/>
              <a:t>INSIGHT:</a:t>
            </a:r>
            <a:br>
              <a:rPr lang="en-GB" dirty="0"/>
            </a:br>
            <a:r>
              <a:rPr lang="en-GB" dirty="0"/>
              <a:t>Tram dominates the evening rush (18:00), Train follows a dual commuter pattern (9:00 &amp; 21:00), Ferry stays steady throughout the day with modest peaks, and Bus stands out with mid-day strength (12–13:00). Morning commuters rely more on Train and Ferry, mid-day belongs to Bus, while evening is led by Tram and Train.</a:t>
            </a:r>
          </a:p>
        </p:txBody>
      </p:sp>
      <p:pic>
        <p:nvPicPr>
          <p:cNvPr id="5" name="Picture 4">
            <a:extLst>
              <a:ext uri="{FF2B5EF4-FFF2-40B4-BE49-F238E27FC236}">
                <a16:creationId xmlns:a16="http://schemas.microsoft.com/office/drawing/2014/main" id="{2A1BEEA8-96EC-85FD-254C-005F8EC7D3DE}"/>
              </a:ext>
            </a:extLst>
          </p:cNvPr>
          <p:cNvPicPr>
            <a:picLocks noChangeAspect="1"/>
          </p:cNvPicPr>
          <p:nvPr/>
        </p:nvPicPr>
        <p:blipFill>
          <a:blip r:embed="rId2"/>
          <a:stretch>
            <a:fillRect/>
          </a:stretch>
        </p:blipFill>
        <p:spPr>
          <a:xfrm>
            <a:off x="1376362" y="728662"/>
            <a:ext cx="10304361" cy="4188047"/>
          </a:xfrm>
          <a:prstGeom prst="rect">
            <a:avLst/>
          </a:prstGeom>
        </p:spPr>
      </p:pic>
    </p:spTree>
    <p:extLst>
      <p:ext uri="{BB962C8B-B14F-4D97-AF65-F5344CB8AC3E}">
        <p14:creationId xmlns:p14="http://schemas.microsoft.com/office/powerpoint/2010/main" val="1393353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16017-879D-924D-284F-F5676419D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C0032-FD87-75C7-A3D2-9AD116C017B4}"/>
              </a:ext>
            </a:extLst>
          </p:cNvPr>
          <p:cNvSpPr>
            <a:spLocks noGrp="1"/>
          </p:cNvSpPr>
          <p:nvPr>
            <p:ph type="title"/>
          </p:nvPr>
        </p:nvSpPr>
        <p:spPr>
          <a:xfrm>
            <a:off x="1578077" y="68227"/>
            <a:ext cx="9661065" cy="566738"/>
          </a:xfrm>
        </p:spPr>
        <p:txBody>
          <a:bodyPr/>
          <a:lstStyle/>
          <a:p>
            <a:r>
              <a:rPr lang="en-GB" dirty="0"/>
              <a:t>TIME SERIES ANALYSIS</a:t>
            </a:r>
          </a:p>
        </p:txBody>
      </p:sp>
      <p:sp>
        <p:nvSpPr>
          <p:cNvPr id="4" name="Text Placeholder 3">
            <a:extLst>
              <a:ext uri="{FF2B5EF4-FFF2-40B4-BE49-F238E27FC236}">
                <a16:creationId xmlns:a16="http://schemas.microsoft.com/office/drawing/2014/main" id="{A269AA5F-9371-B212-ACF5-9208A89BB35C}"/>
              </a:ext>
            </a:extLst>
          </p:cNvPr>
          <p:cNvSpPr>
            <a:spLocks noGrp="1"/>
          </p:cNvSpPr>
          <p:nvPr>
            <p:ph type="body" sz="half" idx="2"/>
          </p:nvPr>
        </p:nvSpPr>
        <p:spPr>
          <a:xfrm>
            <a:off x="1445341" y="4916709"/>
            <a:ext cx="10576769" cy="1452315"/>
          </a:xfrm>
        </p:spPr>
        <p:txBody>
          <a:bodyPr>
            <a:normAutofit/>
          </a:bodyPr>
          <a:lstStyle/>
          <a:p>
            <a:pPr>
              <a:lnSpc>
                <a:spcPct val="150000"/>
              </a:lnSpc>
            </a:pPr>
            <a:r>
              <a:rPr lang="en-GB" b="1" dirty="0"/>
              <a:t>INSIGHT:</a:t>
            </a:r>
            <a:br>
              <a:rPr lang="en-GB" dirty="0"/>
            </a:br>
            <a:r>
              <a:rPr lang="en-GB" dirty="0"/>
              <a:t>Passenger volumes peak mid–late week, with Thursday strongest for Bus and Train and Friday for Ferry and Tram, reflecting end-of-week business and pre-weekend travel. Demand is work-driven, with consistent weekday ridership, sharp weekend declines (especially Train), and minimal leisure travel. This confirms that revenue is primarily tied to commuter patterns rather than weekend usage.</a:t>
            </a:r>
          </a:p>
        </p:txBody>
      </p:sp>
      <p:pic>
        <p:nvPicPr>
          <p:cNvPr id="13" name="Picture 12">
            <a:extLst>
              <a:ext uri="{FF2B5EF4-FFF2-40B4-BE49-F238E27FC236}">
                <a16:creationId xmlns:a16="http://schemas.microsoft.com/office/drawing/2014/main" id="{4AF3EC73-4FC0-53BF-0397-7C7F6B858D60}"/>
              </a:ext>
            </a:extLst>
          </p:cNvPr>
          <p:cNvPicPr>
            <a:picLocks noChangeAspect="1"/>
          </p:cNvPicPr>
          <p:nvPr/>
        </p:nvPicPr>
        <p:blipFill>
          <a:blip r:embed="rId2"/>
          <a:stretch>
            <a:fillRect/>
          </a:stretch>
        </p:blipFill>
        <p:spPr>
          <a:xfrm>
            <a:off x="1445341" y="728662"/>
            <a:ext cx="10576769" cy="4188047"/>
          </a:xfrm>
          <a:prstGeom prst="rect">
            <a:avLst/>
          </a:prstGeom>
        </p:spPr>
      </p:pic>
    </p:spTree>
    <p:extLst>
      <p:ext uri="{BB962C8B-B14F-4D97-AF65-F5344CB8AC3E}">
        <p14:creationId xmlns:p14="http://schemas.microsoft.com/office/powerpoint/2010/main" val="1011607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43D13-1677-E96F-4337-20924A14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BCA6E-35BA-56A0-7392-9203252FCC09}"/>
              </a:ext>
            </a:extLst>
          </p:cNvPr>
          <p:cNvSpPr>
            <a:spLocks noGrp="1"/>
          </p:cNvSpPr>
          <p:nvPr>
            <p:ph type="title"/>
          </p:nvPr>
        </p:nvSpPr>
        <p:spPr>
          <a:xfrm>
            <a:off x="1578077" y="68227"/>
            <a:ext cx="9661065" cy="566738"/>
          </a:xfrm>
        </p:spPr>
        <p:txBody>
          <a:bodyPr/>
          <a:lstStyle/>
          <a:p>
            <a:r>
              <a:rPr lang="en-GB" dirty="0"/>
              <a:t>TIME SERIES ANALYSIS</a:t>
            </a:r>
          </a:p>
        </p:txBody>
      </p:sp>
      <p:sp>
        <p:nvSpPr>
          <p:cNvPr id="4" name="Text Placeholder 3">
            <a:extLst>
              <a:ext uri="{FF2B5EF4-FFF2-40B4-BE49-F238E27FC236}">
                <a16:creationId xmlns:a16="http://schemas.microsoft.com/office/drawing/2014/main" id="{4A989043-794F-5AA7-D87E-ADE7C3F73EEA}"/>
              </a:ext>
            </a:extLst>
          </p:cNvPr>
          <p:cNvSpPr>
            <a:spLocks noGrp="1"/>
          </p:cNvSpPr>
          <p:nvPr>
            <p:ph type="body" sz="half" idx="2"/>
          </p:nvPr>
        </p:nvSpPr>
        <p:spPr>
          <a:xfrm>
            <a:off x="1445341" y="4916709"/>
            <a:ext cx="10576769" cy="1452315"/>
          </a:xfrm>
        </p:spPr>
        <p:txBody>
          <a:bodyPr>
            <a:normAutofit/>
          </a:bodyPr>
          <a:lstStyle/>
          <a:p>
            <a:pPr>
              <a:lnSpc>
                <a:spcPct val="150000"/>
              </a:lnSpc>
            </a:pPr>
            <a:r>
              <a:rPr lang="en-GB" b="1" dirty="0"/>
              <a:t>INSIGHT:</a:t>
            </a:r>
            <a:br>
              <a:rPr lang="en-GB" dirty="0"/>
            </a:br>
            <a:r>
              <a:rPr lang="en-GB" dirty="0"/>
              <a:t>This reveals a weekday-</a:t>
            </a:r>
            <a:r>
              <a:rPr lang="en-GB" dirty="0" err="1"/>
              <a:t>centered</a:t>
            </a:r>
            <a:r>
              <a:rPr lang="en-GB" dirty="0"/>
              <a:t> revenue cycle: earnings are strongest mid-week especially on Thursday with Bus and Train showing the greatest fluctuations, while Ferry demonstrates the most stability. Weekend revenues consistently decline, most notably for Train and Tram, reflecting the network’s dependence on work-related travel rather than leisure activity.</a:t>
            </a:r>
          </a:p>
        </p:txBody>
      </p:sp>
      <p:pic>
        <p:nvPicPr>
          <p:cNvPr id="11" name="Picture 10">
            <a:extLst>
              <a:ext uri="{FF2B5EF4-FFF2-40B4-BE49-F238E27FC236}">
                <a16:creationId xmlns:a16="http://schemas.microsoft.com/office/drawing/2014/main" id="{DAA8733F-B1FF-AD03-4079-A79E5034BF65}"/>
              </a:ext>
            </a:extLst>
          </p:cNvPr>
          <p:cNvPicPr>
            <a:picLocks noChangeAspect="1"/>
          </p:cNvPicPr>
          <p:nvPr/>
        </p:nvPicPr>
        <p:blipFill>
          <a:blip r:embed="rId2"/>
          <a:stretch>
            <a:fillRect/>
          </a:stretch>
        </p:blipFill>
        <p:spPr>
          <a:xfrm>
            <a:off x="1728195" y="871528"/>
            <a:ext cx="9280820" cy="3808618"/>
          </a:xfrm>
          <a:prstGeom prst="rect">
            <a:avLst/>
          </a:prstGeom>
        </p:spPr>
      </p:pic>
    </p:spTree>
    <p:extLst>
      <p:ext uri="{BB962C8B-B14F-4D97-AF65-F5344CB8AC3E}">
        <p14:creationId xmlns:p14="http://schemas.microsoft.com/office/powerpoint/2010/main" val="2077263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484CB-4EF6-EBBD-D5E7-126CCF1AD8D8}"/>
              </a:ext>
            </a:extLst>
          </p:cNvPr>
          <p:cNvSpPr>
            <a:spLocks noGrp="1"/>
          </p:cNvSpPr>
          <p:nvPr>
            <p:ph type="title"/>
          </p:nvPr>
        </p:nvSpPr>
        <p:spPr>
          <a:xfrm>
            <a:off x="1578077" y="68227"/>
            <a:ext cx="9661065" cy="566738"/>
          </a:xfrm>
        </p:spPr>
        <p:txBody>
          <a:bodyPr/>
          <a:lstStyle/>
          <a:p>
            <a:r>
              <a:rPr lang="en-GB" dirty="0"/>
              <a:t>UNIVARIATE ANALYSIS(Numerical columns)</a:t>
            </a:r>
          </a:p>
        </p:txBody>
      </p:sp>
      <p:pic>
        <p:nvPicPr>
          <p:cNvPr id="6" name="Picture Placeholder 5">
            <a:extLst>
              <a:ext uri="{FF2B5EF4-FFF2-40B4-BE49-F238E27FC236}">
                <a16:creationId xmlns:a16="http://schemas.microsoft.com/office/drawing/2014/main" id="{B6CDD532-C184-43F3-50B2-595D10164AEC}"/>
              </a:ext>
            </a:extLst>
          </p:cNvPr>
          <p:cNvPicPr>
            <a:picLocks noGrp="1" noChangeAspect="1"/>
          </p:cNvPicPr>
          <p:nvPr>
            <p:ph type="pic" idx="1"/>
          </p:nvPr>
        </p:nvPicPr>
        <p:blipFill>
          <a:blip r:embed="rId2"/>
          <a:srcRect l="4897" r="4897"/>
          <a:stretch/>
        </p:blipFill>
        <p:spPr>
          <a:xfrm>
            <a:off x="1445343" y="996950"/>
            <a:ext cx="9794158" cy="3854450"/>
          </a:xfrm>
          <a:prstGeom prst="rect">
            <a:avLst/>
          </a:prstGeom>
        </p:spPr>
      </p:pic>
      <p:sp>
        <p:nvSpPr>
          <p:cNvPr id="4" name="Text Placeholder 3">
            <a:extLst>
              <a:ext uri="{FF2B5EF4-FFF2-40B4-BE49-F238E27FC236}">
                <a16:creationId xmlns:a16="http://schemas.microsoft.com/office/drawing/2014/main" id="{A54EBF04-D5C7-614B-CA60-0683DD3C7574}"/>
              </a:ext>
            </a:extLst>
          </p:cNvPr>
          <p:cNvSpPr>
            <a:spLocks noGrp="1"/>
          </p:cNvSpPr>
          <p:nvPr>
            <p:ph type="body" sz="half" idx="2"/>
          </p:nvPr>
        </p:nvSpPr>
        <p:spPr>
          <a:xfrm>
            <a:off x="1445342" y="5072856"/>
            <a:ext cx="9793800" cy="1576388"/>
          </a:xfrm>
        </p:spPr>
        <p:txBody>
          <a:bodyPr>
            <a:normAutofit fontScale="92500"/>
          </a:bodyPr>
          <a:lstStyle/>
          <a:p>
            <a:pPr>
              <a:lnSpc>
                <a:spcPct val="150000"/>
              </a:lnSpc>
            </a:pPr>
            <a:r>
              <a:rPr lang="en-GB" b="1" dirty="0"/>
              <a:t>INSIGHT:</a:t>
            </a:r>
            <a:br>
              <a:rPr lang="en-GB" dirty="0"/>
            </a:br>
            <a:r>
              <a:rPr lang="en-GB" dirty="0" err="1"/>
              <a:t>Passenger_Count</a:t>
            </a:r>
            <a:r>
              <a:rPr lang="en-GB" dirty="0"/>
              <a:t>, </a:t>
            </a:r>
            <a:r>
              <a:rPr lang="en-GB" dirty="0" err="1"/>
              <a:t>Fare_Amount</a:t>
            </a:r>
            <a:r>
              <a:rPr lang="en-GB" dirty="0"/>
              <a:t>, </a:t>
            </a:r>
            <a:r>
              <a:rPr lang="en-GB" dirty="0" err="1"/>
              <a:t>Trip_Duration_Minutes</a:t>
            </a:r>
            <a:r>
              <a:rPr lang="en-GB" dirty="0"/>
              <a:t> show similar patterns which is relatively uniform base distributions with dominant spikes at specific values frequency of 40-45 passengers, 25-30 fare units and 100 minutes respectively, suggesting standardized service offerings or route types while Revenue is rightly skewed probably because more trips are very long with low fares and fewer trips are very short with very high fares, invariably, there are no correlation between the trip duration and the revenue generated. Hence the company have to standardize trips fare by the duration of trips.</a:t>
            </a:r>
          </a:p>
        </p:txBody>
      </p:sp>
    </p:spTree>
    <p:extLst>
      <p:ext uri="{BB962C8B-B14F-4D97-AF65-F5344CB8AC3E}">
        <p14:creationId xmlns:p14="http://schemas.microsoft.com/office/powerpoint/2010/main" val="3467535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6DB0-A7F2-2021-9FFE-E9B6D9D6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3397E-DCEA-36EE-5190-2239CE5B09BC}"/>
              </a:ext>
            </a:extLst>
          </p:cNvPr>
          <p:cNvSpPr>
            <a:spLocks noGrp="1"/>
          </p:cNvSpPr>
          <p:nvPr>
            <p:ph type="title"/>
          </p:nvPr>
        </p:nvSpPr>
        <p:spPr>
          <a:xfrm>
            <a:off x="1265467" y="91020"/>
            <a:ext cx="9973675" cy="566738"/>
          </a:xfrm>
        </p:spPr>
        <p:txBody>
          <a:bodyPr>
            <a:normAutofit/>
          </a:bodyPr>
          <a:lstStyle/>
          <a:p>
            <a:r>
              <a:rPr lang="en-GB" dirty="0"/>
              <a:t>UNIVARIATE ANALYSIS(Categorical columns)</a:t>
            </a:r>
          </a:p>
        </p:txBody>
      </p:sp>
      <p:sp>
        <p:nvSpPr>
          <p:cNvPr id="4" name="Text Placeholder 3">
            <a:extLst>
              <a:ext uri="{FF2B5EF4-FFF2-40B4-BE49-F238E27FC236}">
                <a16:creationId xmlns:a16="http://schemas.microsoft.com/office/drawing/2014/main" id="{EC5EE980-84F2-43D0-CE12-72CE1138CEC8}"/>
              </a:ext>
            </a:extLst>
          </p:cNvPr>
          <p:cNvSpPr>
            <a:spLocks noGrp="1"/>
          </p:cNvSpPr>
          <p:nvPr>
            <p:ph type="body" sz="half" idx="2"/>
          </p:nvPr>
        </p:nvSpPr>
        <p:spPr>
          <a:xfrm>
            <a:off x="1314450" y="5547247"/>
            <a:ext cx="9924692" cy="1032976"/>
          </a:xfrm>
        </p:spPr>
        <p:txBody>
          <a:bodyPr>
            <a:normAutofit/>
          </a:bodyPr>
          <a:lstStyle/>
          <a:p>
            <a:pPr>
              <a:lnSpc>
                <a:spcPct val="150000"/>
              </a:lnSpc>
            </a:pPr>
            <a:r>
              <a:rPr lang="en-GB" b="1" dirty="0"/>
              <a:t>INSIGHT:</a:t>
            </a:r>
            <a:br>
              <a:rPr lang="en-GB" dirty="0"/>
            </a:br>
            <a:r>
              <a:rPr lang="en-GB" dirty="0"/>
              <a:t>Bus and Ferry are dominant transport modes. Central station is the main departure hub while Airport is the top arrival destination. Usage is highest on weekdays (Mon-Wed) with Sunday showing lowest activity.</a:t>
            </a:r>
          </a:p>
        </p:txBody>
      </p:sp>
      <p:pic>
        <p:nvPicPr>
          <p:cNvPr id="16" name="Picture 15">
            <a:extLst>
              <a:ext uri="{FF2B5EF4-FFF2-40B4-BE49-F238E27FC236}">
                <a16:creationId xmlns:a16="http://schemas.microsoft.com/office/drawing/2014/main" id="{B5D60B53-7CCE-B8B5-58B5-AC9749B79698}"/>
              </a:ext>
            </a:extLst>
          </p:cNvPr>
          <p:cNvPicPr>
            <a:picLocks noChangeAspect="1"/>
          </p:cNvPicPr>
          <p:nvPr/>
        </p:nvPicPr>
        <p:blipFill>
          <a:blip r:embed="rId2"/>
          <a:stretch>
            <a:fillRect/>
          </a:stretch>
        </p:blipFill>
        <p:spPr>
          <a:xfrm>
            <a:off x="1314450" y="1019175"/>
            <a:ext cx="9924692" cy="4371975"/>
          </a:xfrm>
          <a:prstGeom prst="rect">
            <a:avLst/>
          </a:prstGeom>
        </p:spPr>
      </p:pic>
    </p:spTree>
    <p:extLst>
      <p:ext uri="{BB962C8B-B14F-4D97-AF65-F5344CB8AC3E}">
        <p14:creationId xmlns:p14="http://schemas.microsoft.com/office/powerpoint/2010/main" val="221058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FBA0-B1EB-1FFC-3935-F8460FA6F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31AEB-25EF-9DB6-EE85-0CA7DE444215}"/>
              </a:ext>
            </a:extLst>
          </p:cNvPr>
          <p:cNvSpPr>
            <a:spLocks noGrp="1"/>
          </p:cNvSpPr>
          <p:nvPr>
            <p:ph type="title"/>
          </p:nvPr>
        </p:nvSpPr>
        <p:spPr>
          <a:xfrm>
            <a:off x="1578077" y="68227"/>
            <a:ext cx="9661065" cy="566738"/>
          </a:xfrm>
        </p:spPr>
        <p:txBody>
          <a:bodyPr/>
          <a:lstStyle/>
          <a:p>
            <a:r>
              <a:rPr lang="en-GB" dirty="0"/>
              <a:t>BIVARIATE ANALYSIS</a:t>
            </a:r>
          </a:p>
        </p:txBody>
      </p:sp>
      <p:sp>
        <p:nvSpPr>
          <p:cNvPr id="4" name="Text Placeholder 3">
            <a:extLst>
              <a:ext uri="{FF2B5EF4-FFF2-40B4-BE49-F238E27FC236}">
                <a16:creationId xmlns:a16="http://schemas.microsoft.com/office/drawing/2014/main" id="{F723D167-AB2A-C269-83F2-BD156402F7EA}"/>
              </a:ext>
            </a:extLst>
          </p:cNvPr>
          <p:cNvSpPr>
            <a:spLocks noGrp="1"/>
          </p:cNvSpPr>
          <p:nvPr>
            <p:ph type="body" sz="half" idx="2"/>
          </p:nvPr>
        </p:nvSpPr>
        <p:spPr>
          <a:xfrm>
            <a:off x="1445342" y="5072855"/>
            <a:ext cx="9793800" cy="1716917"/>
          </a:xfrm>
        </p:spPr>
        <p:txBody>
          <a:bodyPr>
            <a:noAutofit/>
          </a:bodyPr>
          <a:lstStyle/>
          <a:p>
            <a:pPr>
              <a:lnSpc>
                <a:spcPct val="150000"/>
              </a:lnSpc>
            </a:pPr>
            <a:r>
              <a:rPr lang="en-GB" sz="1400" b="1" dirty="0"/>
              <a:t>INSIGHT:</a:t>
            </a:r>
          </a:p>
          <a:p>
            <a:r>
              <a:rPr lang="en-GB" sz="1400" dirty="0"/>
              <a:t>Trip Duration: All modes (Ferry, Tram, Bus, Train) have comparable average trip durations (~100 min), with a wide range up to 180 min.</a:t>
            </a:r>
          </a:p>
          <a:p>
            <a:r>
              <a:rPr lang="en-GB" sz="1400" dirty="0"/>
              <a:t>Fare Amount: Median fares are similar across modes (~25 units), suggesting a standardized pricing structure.</a:t>
            </a:r>
          </a:p>
          <a:p>
            <a:r>
              <a:rPr lang="en-GB" sz="1400" dirty="0"/>
              <a:t>Revenue: Buses generate the highest total revenue, followed by Ferries and Trains, while Trams lag significantly.</a:t>
            </a:r>
          </a:p>
          <a:p>
            <a:pPr>
              <a:lnSpc>
                <a:spcPct val="150000"/>
              </a:lnSpc>
            </a:pPr>
            <a:endParaRPr lang="en-GB" sz="1400" b="1" dirty="0"/>
          </a:p>
          <a:p>
            <a:pPr>
              <a:lnSpc>
                <a:spcPct val="150000"/>
              </a:lnSpc>
            </a:pPr>
            <a:br>
              <a:rPr lang="en-GB" sz="1400" dirty="0"/>
            </a:br>
            <a:endParaRPr lang="en-GB" sz="1400" dirty="0"/>
          </a:p>
        </p:txBody>
      </p:sp>
      <p:pic>
        <p:nvPicPr>
          <p:cNvPr id="5" name="Picture 4">
            <a:extLst>
              <a:ext uri="{FF2B5EF4-FFF2-40B4-BE49-F238E27FC236}">
                <a16:creationId xmlns:a16="http://schemas.microsoft.com/office/drawing/2014/main" id="{97E4ECA1-CEA1-0685-0160-1FEE6A40C44C}"/>
              </a:ext>
            </a:extLst>
          </p:cNvPr>
          <p:cNvPicPr>
            <a:picLocks noChangeAspect="1"/>
          </p:cNvPicPr>
          <p:nvPr/>
        </p:nvPicPr>
        <p:blipFill>
          <a:blip r:embed="rId2"/>
          <a:stretch>
            <a:fillRect/>
          </a:stretch>
        </p:blipFill>
        <p:spPr>
          <a:xfrm>
            <a:off x="1154243" y="824459"/>
            <a:ext cx="10084899" cy="4080916"/>
          </a:xfrm>
          <a:prstGeom prst="rect">
            <a:avLst/>
          </a:prstGeom>
        </p:spPr>
      </p:pic>
    </p:spTree>
    <p:extLst>
      <p:ext uri="{BB962C8B-B14F-4D97-AF65-F5344CB8AC3E}">
        <p14:creationId xmlns:p14="http://schemas.microsoft.com/office/powerpoint/2010/main" val="3427616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6EAFF-B01B-BD2E-2CD3-64ADB07CB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478FD-2397-7E08-1563-42A79D88015C}"/>
              </a:ext>
            </a:extLst>
          </p:cNvPr>
          <p:cNvSpPr>
            <a:spLocks noGrp="1"/>
          </p:cNvSpPr>
          <p:nvPr>
            <p:ph type="title"/>
          </p:nvPr>
        </p:nvSpPr>
        <p:spPr>
          <a:xfrm>
            <a:off x="1578077" y="68227"/>
            <a:ext cx="9661065" cy="566738"/>
          </a:xfrm>
        </p:spPr>
        <p:txBody>
          <a:bodyPr/>
          <a:lstStyle/>
          <a:p>
            <a:r>
              <a:rPr lang="en-GB" dirty="0"/>
              <a:t>BIVARIATE ANALYSIS</a:t>
            </a:r>
          </a:p>
        </p:txBody>
      </p:sp>
      <p:sp>
        <p:nvSpPr>
          <p:cNvPr id="4" name="Text Placeholder 3">
            <a:extLst>
              <a:ext uri="{FF2B5EF4-FFF2-40B4-BE49-F238E27FC236}">
                <a16:creationId xmlns:a16="http://schemas.microsoft.com/office/drawing/2014/main" id="{4BC2589B-D6A1-6CEF-6F38-944B3A44417E}"/>
              </a:ext>
            </a:extLst>
          </p:cNvPr>
          <p:cNvSpPr>
            <a:spLocks noGrp="1"/>
          </p:cNvSpPr>
          <p:nvPr>
            <p:ph type="body" sz="half" idx="2"/>
          </p:nvPr>
        </p:nvSpPr>
        <p:spPr>
          <a:xfrm>
            <a:off x="1578077" y="4956366"/>
            <a:ext cx="9793800" cy="1743198"/>
          </a:xfrm>
        </p:spPr>
        <p:txBody>
          <a:bodyPr>
            <a:normAutofit fontScale="77500" lnSpcReduction="20000"/>
          </a:bodyPr>
          <a:lstStyle/>
          <a:p>
            <a:r>
              <a:rPr lang="en-GB" b="1" dirty="0"/>
              <a:t>INSIGHT:</a:t>
            </a:r>
          </a:p>
          <a:p>
            <a:br>
              <a:rPr lang="en-GB" dirty="0"/>
            </a:br>
            <a:r>
              <a:rPr lang="en-GB" dirty="0"/>
              <a:t>Scatter Plot 1: Fares don’t strongly increase with longer trip durations. In fact, there’s a slight decline, suggesting fares might be fixed or capped beyond a certain time, regardless of how long the journey lasts.</a:t>
            </a:r>
          </a:p>
          <a:p>
            <a:r>
              <a:rPr lang="en-GB" dirty="0"/>
              <a:t>Scatter Plot 2: confirms a strong positive correlation/ linear relationship between passenger count and revenue across all transportation modes, indicating that passenger volume drives more revenue. T</a:t>
            </a:r>
          </a:p>
          <a:p>
            <a:r>
              <a:rPr lang="en-GB" dirty="0"/>
              <a:t>Scatter Plot 3: Revenue doesn’t scale with trip duration. </a:t>
            </a:r>
          </a:p>
          <a:p>
            <a:r>
              <a:rPr lang="en-GB" dirty="0"/>
              <a:t>Mode </a:t>
            </a:r>
            <a:r>
              <a:rPr lang="en-GB" dirty="0" err="1"/>
              <a:t>coloring</a:t>
            </a:r>
            <a:r>
              <a:rPr lang="en-GB" dirty="0"/>
              <a:t> shows similar patterns across all transport types, so this </a:t>
            </a:r>
            <a:r>
              <a:rPr lang="en-GB" dirty="0" err="1"/>
              <a:t>behavior</a:t>
            </a:r>
            <a:r>
              <a:rPr lang="en-GB" dirty="0"/>
              <a:t> is consistent across ferries, trams, buses, and trains.</a:t>
            </a:r>
          </a:p>
          <a:p>
            <a:r>
              <a:rPr lang="en-GB" dirty="0"/>
              <a:t>The horizontal stripes in fares and revenues indicate a flat fare structure, where multiple trips cluster at fixed price points.</a:t>
            </a:r>
          </a:p>
          <a:p>
            <a:pPr>
              <a:lnSpc>
                <a:spcPct val="150000"/>
              </a:lnSpc>
            </a:pPr>
            <a:endParaRPr lang="en-GB" dirty="0"/>
          </a:p>
        </p:txBody>
      </p:sp>
      <p:pic>
        <p:nvPicPr>
          <p:cNvPr id="11" name="Picture 10">
            <a:extLst>
              <a:ext uri="{FF2B5EF4-FFF2-40B4-BE49-F238E27FC236}">
                <a16:creationId xmlns:a16="http://schemas.microsoft.com/office/drawing/2014/main" id="{E5AAF92D-E442-2C76-CF8B-126349A14568}"/>
              </a:ext>
            </a:extLst>
          </p:cNvPr>
          <p:cNvPicPr>
            <a:picLocks noChangeAspect="1"/>
          </p:cNvPicPr>
          <p:nvPr/>
        </p:nvPicPr>
        <p:blipFill>
          <a:blip r:embed="rId2"/>
          <a:stretch>
            <a:fillRect/>
          </a:stretch>
        </p:blipFill>
        <p:spPr>
          <a:xfrm>
            <a:off x="1338262" y="938290"/>
            <a:ext cx="10234145" cy="3714750"/>
          </a:xfrm>
          <a:prstGeom prst="rect">
            <a:avLst/>
          </a:prstGeom>
        </p:spPr>
      </p:pic>
    </p:spTree>
    <p:extLst>
      <p:ext uri="{BB962C8B-B14F-4D97-AF65-F5344CB8AC3E}">
        <p14:creationId xmlns:p14="http://schemas.microsoft.com/office/powerpoint/2010/main" val="143629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0C819-CE0D-760F-AABE-12D887EE6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434A1-18B3-4F45-FD01-EA9524994119}"/>
              </a:ext>
            </a:extLst>
          </p:cNvPr>
          <p:cNvSpPr>
            <a:spLocks noGrp="1"/>
          </p:cNvSpPr>
          <p:nvPr>
            <p:ph type="title"/>
          </p:nvPr>
        </p:nvSpPr>
        <p:spPr>
          <a:xfrm>
            <a:off x="1265467" y="237925"/>
            <a:ext cx="9661065" cy="566738"/>
          </a:xfrm>
        </p:spPr>
        <p:txBody>
          <a:bodyPr/>
          <a:lstStyle/>
          <a:p>
            <a:r>
              <a:rPr lang="en-GB" dirty="0"/>
              <a:t>BIVARIATE ANALYSIS</a:t>
            </a:r>
          </a:p>
        </p:txBody>
      </p:sp>
      <p:sp>
        <p:nvSpPr>
          <p:cNvPr id="4" name="Text Placeholder 3">
            <a:extLst>
              <a:ext uri="{FF2B5EF4-FFF2-40B4-BE49-F238E27FC236}">
                <a16:creationId xmlns:a16="http://schemas.microsoft.com/office/drawing/2014/main" id="{67DA2536-6DBA-C8B4-80C2-C8F7D6E48C88}"/>
              </a:ext>
            </a:extLst>
          </p:cNvPr>
          <p:cNvSpPr>
            <a:spLocks noGrp="1"/>
          </p:cNvSpPr>
          <p:nvPr>
            <p:ph type="body" sz="half" idx="2"/>
          </p:nvPr>
        </p:nvSpPr>
        <p:spPr>
          <a:xfrm>
            <a:off x="1578077" y="5220929"/>
            <a:ext cx="9793800" cy="1504336"/>
          </a:xfrm>
        </p:spPr>
        <p:txBody>
          <a:bodyPr>
            <a:normAutofit/>
          </a:bodyPr>
          <a:lstStyle/>
          <a:p>
            <a:r>
              <a:rPr lang="en-GB" sz="1400" b="1" dirty="0"/>
              <a:t>INSIGHT:</a:t>
            </a:r>
          </a:p>
          <a:p>
            <a:r>
              <a:rPr lang="en-GB" dirty="0"/>
              <a:t>Chart 1: Airport is the dominant arrival destination than all other station, Downtown ranks second while South point, West end, Central and North station have relatively similar volumes.</a:t>
            </a:r>
          </a:p>
          <a:p>
            <a:r>
              <a:rPr lang="en-GB" dirty="0"/>
              <a:t>Chart 2: Central leads as the top departure point, North station and West end follow closely, Downtown and Airport have moderate departure volumes and South point has the lowest departure volume among the top 6 departure stations,</a:t>
            </a:r>
          </a:p>
          <a:p>
            <a:endParaRPr lang="en-GB" sz="1400" dirty="0"/>
          </a:p>
        </p:txBody>
      </p:sp>
      <p:pic>
        <p:nvPicPr>
          <p:cNvPr id="10" name="Picture 9">
            <a:extLst>
              <a:ext uri="{FF2B5EF4-FFF2-40B4-BE49-F238E27FC236}">
                <a16:creationId xmlns:a16="http://schemas.microsoft.com/office/drawing/2014/main" id="{F673016A-89DF-632E-2235-4FD6FFCAF3CE}"/>
              </a:ext>
            </a:extLst>
          </p:cNvPr>
          <p:cNvPicPr>
            <a:picLocks noChangeAspect="1"/>
          </p:cNvPicPr>
          <p:nvPr/>
        </p:nvPicPr>
        <p:blipFill>
          <a:blip r:embed="rId2"/>
          <a:stretch>
            <a:fillRect/>
          </a:stretch>
        </p:blipFill>
        <p:spPr>
          <a:xfrm>
            <a:off x="1265466" y="959370"/>
            <a:ext cx="10471831" cy="4017364"/>
          </a:xfrm>
          <a:prstGeom prst="rect">
            <a:avLst/>
          </a:prstGeom>
        </p:spPr>
      </p:pic>
    </p:spTree>
    <p:extLst>
      <p:ext uri="{BB962C8B-B14F-4D97-AF65-F5344CB8AC3E}">
        <p14:creationId xmlns:p14="http://schemas.microsoft.com/office/powerpoint/2010/main" val="2740161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CE694-2695-D853-DE04-29A8BAFC5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458B3-4128-0C2C-3556-C41EF18BC21C}"/>
              </a:ext>
            </a:extLst>
          </p:cNvPr>
          <p:cNvSpPr>
            <a:spLocks noGrp="1"/>
          </p:cNvSpPr>
          <p:nvPr>
            <p:ph type="title"/>
          </p:nvPr>
        </p:nvSpPr>
        <p:spPr>
          <a:xfrm>
            <a:off x="1265467" y="237925"/>
            <a:ext cx="9661065" cy="566738"/>
          </a:xfrm>
        </p:spPr>
        <p:txBody>
          <a:bodyPr/>
          <a:lstStyle/>
          <a:p>
            <a:r>
              <a:rPr lang="en-GB" dirty="0"/>
              <a:t>BIVARIATE ANALYSIS</a:t>
            </a:r>
          </a:p>
        </p:txBody>
      </p:sp>
      <p:sp>
        <p:nvSpPr>
          <p:cNvPr id="4" name="Text Placeholder 3">
            <a:extLst>
              <a:ext uri="{FF2B5EF4-FFF2-40B4-BE49-F238E27FC236}">
                <a16:creationId xmlns:a16="http://schemas.microsoft.com/office/drawing/2014/main" id="{3E3875C3-81B0-47D9-7569-0963E244D88C}"/>
              </a:ext>
            </a:extLst>
          </p:cNvPr>
          <p:cNvSpPr>
            <a:spLocks noGrp="1"/>
          </p:cNvSpPr>
          <p:nvPr>
            <p:ph type="body" sz="half" idx="2"/>
          </p:nvPr>
        </p:nvSpPr>
        <p:spPr>
          <a:xfrm>
            <a:off x="1578077" y="5220929"/>
            <a:ext cx="9793800" cy="1504336"/>
          </a:xfrm>
        </p:spPr>
        <p:txBody>
          <a:bodyPr>
            <a:normAutofit/>
          </a:bodyPr>
          <a:lstStyle/>
          <a:p>
            <a:r>
              <a:rPr lang="en-GB" sz="1400" b="1" dirty="0"/>
              <a:t>INSIGHT:</a:t>
            </a:r>
          </a:p>
          <a:p>
            <a:r>
              <a:rPr lang="en-GB" sz="1400" dirty="0"/>
              <a:t>Chart 1: Across all transport modes, fare per passenger remains clustered at the lower range mostly between 0–5 units regardless of trip duration</a:t>
            </a:r>
          </a:p>
          <a:p>
            <a:r>
              <a:rPr lang="en-GB" sz="1400" dirty="0"/>
              <a:t>Chart 2: The South Point → Airport route (Ferry) has the highest passenger count among all routes. most routes are dominated by Buses.</a:t>
            </a:r>
          </a:p>
          <a:p>
            <a:endParaRPr lang="en-GB" sz="1400" dirty="0"/>
          </a:p>
        </p:txBody>
      </p:sp>
      <p:pic>
        <p:nvPicPr>
          <p:cNvPr id="7" name="Picture 6">
            <a:extLst>
              <a:ext uri="{FF2B5EF4-FFF2-40B4-BE49-F238E27FC236}">
                <a16:creationId xmlns:a16="http://schemas.microsoft.com/office/drawing/2014/main" id="{D6CE26D4-BF52-67A0-0E34-786D5C10470E}"/>
              </a:ext>
            </a:extLst>
          </p:cNvPr>
          <p:cNvPicPr>
            <a:picLocks noChangeAspect="1"/>
          </p:cNvPicPr>
          <p:nvPr/>
        </p:nvPicPr>
        <p:blipFill>
          <a:blip r:embed="rId2"/>
          <a:stretch>
            <a:fillRect/>
          </a:stretch>
        </p:blipFill>
        <p:spPr>
          <a:xfrm>
            <a:off x="1285874" y="1169232"/>
            <a:ext cx="10226571" cy="3712483"/>
          </a:xfrm>
          <a:prstGeom prst="rect">
            <a:avLst/>
          </a:prstGeom>
        </p:spPr>
      </p:pic>
    </p:spTree>
    <p:extLst>
      <p:ext uri="{BB962C8B-B14F-4D97-AF65-F5344CB8AC3E}">
        <p14:creationId xmlns:p14="http://schemas.microsoft.com/office/powerpoint/2010/main" val="2654088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23AB9-53CC-E46A-B3C3-43C125576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B6925-EB76-2CD4-1F98-CF2499773061}"/>
              </a:ext>
            </a:extLst>
          </p:cNvPr>
          <p:cNvSpPr>
            <a:spLocks noGrp="1"/>
          </p:cNvSpPr>
          <p:nvPr>
            <p:ph type="title"/>
          </p:nvPr>
        </p:nvSpPr>
        <p:spPr>
          <a:xfrm>
            <a:off x="1265467" y="237925"/>
            <a:ext cx="9661065" cy="566738"/>
          </a:xfrm>
        </p:spPr>
        <p:txBody>
          <a:bodyPr/>
          <a:lstStyle/>
          <a:p>
            <a:r>
              <a:rPr lang="en-GB" dirty="0"/>
              <a:t>MULTIVARIATE ANALYSIS</a:t>
            </a:r>
          </a:p>
        </p:txBody>
      </p:sp>
      <p:sp>
        <p:nvSpPr>
          <p:cNvPr id="4" name="Text Placeholder 3">
            <a:extLst>
              <a:ext uri="{FF2B5EF4-FFF2-40B4-BE49-F238E27FC236}">
                <a16:creationId xmlns:a16="http://schemas.microsoft.com/office/drawing/2014/main" id="{9CEEA2A2-8D70-1CF2-2806-E1C32DC837B5}"/>
              </a:ext>
            </a:extLst>
          </p:cNvPr>
          <p:cNvSpPr>
            <a:spLocks noGrp="1"/>
          </p:cNvSpPr>
          <p:nvPr>
            <p:ph type="body" sz="half" idx="2"/>
          </p:nvPr>
        </p:nvSpPr>
        <p:spPr>
          <a:xfrm>
            <a:off x="1578077" y="4956366"/>
            <a:ext cx="9793800" cy="1768899"/>
          </a:xfrm>
        </p:spPr>
        <p:txBody>
          <a:bodyPr>
            <a:normAutofit fontScale="92500" lnSpcReduction="20000"/>
          </a:bodyPr>
          <a:lstStyle/>
          <a:p>
            <a:r>
              <a:rPr lang="en-GB" b="1" dirty="0"/>
              <a:t>INSIGHT:</a:t>
            </a:r>
          </a:p>
          <a:p>
            <a:br>
              <a:rPr lang="en-GB" dirty="0"/>
            </a:br>
            <a:r>
              <a:rPr lang="en-GB" dirty="0"/>
              <a:t>Revenue correlates moderately with both </a:t>
            </a:r>
            <a:r>
              <a:rPr lang="en-GB" dirty="0" err="1"/>
              <a:t>Passenger_Count</a:t>
            </a:r>
            <a:r>
              <a:rPr lang="en-GB" dirty="0"/>
              <a:t> (0.66) and </a:t>
            </a:r>
            <a:r>
              <a:rPr lang="en-GB" dirty="0" err="1"/>
              <a:t>Fare_Amount</a:t>
            </a:r>
            <a:r>
              <a:rPr lang="en-GB" dirty="0"/>
              <a:t> (0.67), indicating that more passengers generally mean higher fares, and higher fares drive revenue.</a:t>
            </a:r>
          </a:p>
          <a:p>
            <a:r>
              <a:rPr lang="en-GB" dirty="0" err="1"/>
              <a:t>Trip_Duration_Minutes</a:t>
            </a:r>
            <a:r>
              <a:rPr lang="en-GB" dirty="0"/>
              <a:t> shows minimal correlation with other factors, suggesting trip length doesn't strongly predict fare amounts or passenger counts hence minimal impact on revenue.</a:t>
            </a:r>
          </a:p>
          <a:p>
            <a:r>
              <a:rPr lang="en-GB" dirty="0"/>
              <a:t>Most relationships are weak, indicating consistent demand patterns across different times, suggesting that factors like hour of day, month, and trip duration don't dramatically affect passenger counts, fares, or revenue - meaning demand and pricing remain relatively stable regardless of when trips occur or how long they take.</a:t>
            </a:r>
          </a:p>
          <a:p>
            <a:pPr>
              <a:lnSpc>
                <a:spcPct val="150000"/>
              </a:lnSpc>
            </a:pPr>
            <a:endParaRPr lang="en-GB" dirty="0"/>
          </a:p>
        </p:txBody>
      </p:sp>
      <p:pic>
        <p:nvPicPr>
          <p:cNvPr id="5" name="Picture 4">
            <a:extLst>
              <a:ext uri="{FF2B5EF4-FFF2-40B4-BE49-F238E27FC236}">
                <a16:creationId xmlns:a16="http://schemas.microsoft.com/office/drawing/2014/main" id="{8064BCB9-0070-6502-2569-ABBE35915FC3}"/>
              </a:ext>
            </a:extLst>
          </p:cNvPr>
          <p:cNvPicPr>
            <a:picLocks noChangeAspect="1"/>
          </p:cNvPicPr>
          <p:nvPr/>
        </p:nvPicPr>
        <p:blipFill>
          <a:blip r:embed="rId2"/>
          <a:stretch>
            <a:fillRect/>
          </a:stretch>
        </p:blipFill>
        <p:spPr>
          <a:xfrm>
            <a:off x="1265467" y="1108864"/>
            <a:ext cx="9515475" cy="3847502"/>
          </a:xfrm>
          <a:prstGeom prst="rect">
            <a:avLst/>
          </a:prstGeom>
        </p:spPr>
      </p:pic>
    </p:spTree>
    <p:extLst>
      <p:ext uri="{BB962C8B-B14F-4D97-AF65-F5344CB8AC3E}">
        <p14:creationId xmlns:p14="http://schemas.microsoft.com/office/powerpoint/2010/main" val="43910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F90D6-F326-9F1C-1892-90464A8CE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96B24-3A48-8EB8-0F94-1741C4A3806F}"/>
              </a:ext>
            </a:extLst>
          </p:cNvPr>
          <p:cNvSpPr>
            <a:spLocks noGrp="1"/>
          </p:cNvSpPr>
          <p:nvPr>
            <p:ph type="title"/>
          </p:nvPr>
        </p:nvSpPr>
        <p:spPr>
          <a:xfrm>
            <a:off x="1300943" y="358638"/>
            <a:ext cx="8911687" cy="791735"/>
          </a:xfrm>
        </p:spPr>
        <p:txBody>
          <a:bodyPr/>
          <a:lstStyle/>
          <a:p>
            <a:pPr algn="ctr"/>
            <a:r>
              <a:rPr lang="en-GB" dirty="0"/>
              <a:t>SUMMARY</a:t>
            </a:r>
          </a:p>
        </p:txBody>
      </p:sp>
      <p:sp>
        <p:nvSpPr>
          <p:cNvPr id="3" name="Content Placeholder 2">
            <a:extLst>
              <a:ext uri="{FF2B5EF4-FFF2-40B4-BE49-F238E27FC236}">
                <a16:creationId xmlns:a16="http://schemas.microsoft.com/office/drawing/2014/main" id="{0C1E19CB-55E9-C3BF-CA16-420F0DE6A628}"/>
              </a:ext>
            </a:extLst>
          </p:cNvPr>
          <p:cNvSpPr>
            <a:spLocks noGrp="1"/>
          </p:cNvSpPr>
          <p:nvPr>
            <p:ph idx="1"/>
          </p:nvPr>
        </p:nvSpPr>
        <p:spPr>
          <a:xfrm>
            <a:off x="1472381" y="1150373"/>
            <a:ext cx="10515600" cy="5574892"/>
          </a:xfrm>
        </p:spPr>
        <p:txBody>
          <a:bodyPr>
            <a:noAutofit/>
          </a:bodyPr>
          <a:lstStyle/>
          <a:p>
            <a:pPr marL="0" indent="0">
              <a:buNone/>
            </a:pPr>
            <a:r>
              <a:rPr lang="en-US" altLang="en-US" sz="1400" b="1" dirty="0">
                <a:solidFill>
                  <a:schemeClr val="tx1"/>
                </a:solidFill>
                <a:latin typeface="+mj-lt"/>
              </a:rPr>
              <a:t>Trave Demand Patterns</a:t>
            </a:r>
          </a:p>
          <a:p>
            <a:r>
              <a:rPr lang="en-US" altLang="en-US" sz="1400" dirty="0">
                <a:solidFill>
                  <a:schemeClr val="tx1"/>
                </a:solidFill>
                <a:latin typeface="+mj-lt"/>
              </a:rPr>
              <a:t>Strong weekday usage with mid-week peaks especially Thursday</a:t>
            </a:r>
          </a:p>
          <a:p>
            <a:r>
              <a:rPr lang="en-US" altLang="en-US" sz="1400" dirty="0">
                <a:solidFill>
                  <a:schemeClr val="tx1"/>
                </a:solidFill>
                <a:latin typeface="+mj-lt"/>
              </a:rPr>
              <a:t>Weekend passenger counts and revenues fall sharply, showing limited leisure travel demand.</a:t>
            </a:r>
          </a:p>
          <a:p>
            <a:r>
              <a:rPr lang="en-US" altLang="en-US" sz="1400" dirty="0">
                <a:solidFill>
                  <a:schemeClr val="tx1"/>
                </a:solidFill>
                <a:latin typeface="+mj-lt"/>
              </a:rPr>
              <a:t>Clear rush hour behavior: morning(8-9AM) and evening (6-9PM), with evening demand often stronger.</a:t>
            </a:r>
          </a:p>
          <a:p>
            <a:pPr marL="0" indent="0">
              <a:lnSpc>
                <a:spcPct val="150000"/>
              </a:lnSpc>
              <a:buNone/>
            </a:pPr>
            <a:r>
              <a:rPr lang="en-US" altLang="en-US" sz="1400" b="1" dirty="0">
                <a:solidFill>
                  <a:schemeClr val="tx1"/>
                </a:solidFill>
                <a:latin typeface="+mj-lt"/>
              </a:rPr>
              <a:t>Mode Specific Insights</a:t>
            </a:r>
          </a:p>
          <a:p>
            <a:r>
              <a:rPr lang="en-US" altLang="en-US" sz="1400" dirty="0">
                <a:solidFill>
                  <a:schemeClr val="tx1"/>
                </a:solidFill>
                <a:latin typeface="+mj-lt"/>
              </a:rPr>
              <a:t>Bus: Strongest mid week revenue peaks</a:t>
            </a:r>
          </a:p>
          <a:p>
            <a:r>
              <a:rPr lang="en-US" altLang="en-US" sz="1400" dirty="0">
                <a:solidFill>
                  <a:schemeClr val="tx1"/>
                </a:solidFill>
                <a:latin typeface="+mj-lt"/>
              </a:rPr>
              <a:t>Train: Classic work travel profile with sharp weekend declines.</a:t>
            </a:r>
          </a:p>
          <a:p>
            <a:r>
              <a:rPr lang="en-US" altLang="en-US" sz="1400" dirty="0">
                <a:solidFill>
                  <a:schemeClr val="tx1"/>
                </a:solidFill>
                <a:latin typeface="+mj-lt"/>
              </a:rPr>
              <a:t>Tram: Evening dominant, likely linked to leisure or residential travel.</a:t>
            </a:r>
          </a:p>
          <a:p>
            <a:r>
              <a:rPr lang="en-US" altLang="en-US" sz="1400" dirty="0">
                <a:solidFill>
                  <a:schemeClr val="tx1"/>
                </a:solidFill>
                <a:latin typeface="+mj-lt"/>
              </a:rPr>
              <a:t>Ferry: Most stable, consistent weekday usage with moderate weekend dips.</a:t>
            </a:r>
          </a:p>
          <a:p>
            <a:pPr marL="0" indent="0">
              <a:buNone/>
            </a:pPr>
            <a:r>
              <a:rPr lang="en-US" altLang="en-US" sz="1400" b="1" dirty="0">
                <a:solidFill>
                  <a:schemeClr val="tx1"/>
                </a:solidFill>
                <a:latin typeface="+mj-lt"/>
              </a:rPr>
              <a:t>Revenue Trends</a:t>
            </a:r>
          </a:p>
          <a:p>
            <a:r>
              <a:rPr lang="en-US" altLang="en-US" sz="1400" dirty="0">
                <a:solidFill>
                  <a:schemeClr val="tx1"/>
                </a:solidFill>
                <a:latin typeface="+mj-lt"/>
              </a:rPr>
              <a:t>Weekday revenue  dominates; Thursday is the strongest day overall..</a:t>
            </a:r>
          </a:p>
          <a:p>
            <a:r>
              <a:rPr lang="en-US" altLang="en-US" sz="1400" dirty="0">
                <a:solidFill>
                  <a:schemeClr val="tx1"/>
                </a:solidFill>
                <a:latin typeface="+mj-lt"/>
              </a:rPr>
              <a:t>Weekend weakness across all modes highlights reliance on work related travel.</a:t>
            </a:r>
          </a:p>
          <a:p>
            <a:r>
              <a:rPr lang="en-US" altLang="en-US" sz="1400" dirty="0">
                <a:solidFill>
                  <a:schemeClr val="tx1"/>
                </a:solidFill>
                <a:latin typeface="+mj-lt"/>
              </a:rPr>
              <a:t>Hourly revenues align with passenger flows.</a:t>
            </a:r>
          </a:p>
          <a:p>
            <a:pPr marL="0" indent="0">
              <a:lnSpc>
                <a:spcPct val="150000"/>
              </a:lnSpc>
              <a:buNone/>
            </a:pPr>
            <a:r>
              <a:rPr lang="en-US" altLang="en-US" sz="1400" b="1" dirty="0">
                <a:solidFill>
                  <a:schemeClr val="tx1"/>
                </a:solidFill>
                <a:latin typeface="+mj-lt"/>
              </a:rPr>
              <a:t>System Reliance</a:t>
            </a:r>
          </a:p>
          <a:p>
            <a:r>
              <a:rPr lang="en-US" altLang="en-US" sz="1400" dirty="0">
                <a:solidFill>
                  <a:schemeClr val="tx1"/>
                </a:solidFill>
                <a:latin typeface="+mj-lt"/>
              </a:rPr>
              <a:t>The system is anchored in business/work travel rather than leisure.</a:t>
            </a:r>
          </a:p>
          <a:p>
            <a:r>
              <a:rPr lang="en-US" altLang="en-US" sz="1400" dirty="0">
                <a:solidFill>
                  <a:schemeClr val="tx1"/>
                </a:solidFill>
                <a:latin typeface="+mj-lt"/>
              </a:rPr>
              <a:t>Passenger volumes and revenue patterns confirms pricing consistency across time periods</a:t>
            </a:r>
          </a:p>
          <a:p>
            <a:pPr>
              <a:lnSpc>
                <a:spcPct val="150000"/>
              </a:lnSpc>
            </a:pPr>
            <a:endParaRPr lang="en-GB" sz="1400" dirty="0"/>
          </a:p>
          <a:p>
            <a:pPr marL="0" indent="0">
              <a:lnSpc>
                <a:spcPct val="150000"/>
              </a:lnSpc>
              <a:buNone/>
            </a:pPr>
            <a:br>
              <a:rPr lang="en-GB" sz="1400" dirty="0"/>
            </a:br>
            <a:endParaRPr lang="en-GB" sz="1400" dirty="0"/>
          </a:p>
        </p:txBody>
      </p:sp>
    </p:spTree>
    <p:extLst>
      <p:ext uri="{BB962C8B-B14F-4D97-AF65-F5344CB8AC3E}">
        <p14:creationId xmlns:p14="http://schemas.microsoft.com/office/powerpoint/2010/main" val="3455848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B521-5E46-A82F-0275-B6CFECE7C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DA845-194A-0F42-4A51-7A66046E0D69}"/>
              </a:ext>
            </a:extLst>
          </p:cNvPr>
          <p:cNvSpPr>
            <a:spLocks noGrp="1"/>
          </p:cNvSpPr>
          <p:nvPr>
            <p:ph type="title"/>
          </p:nvPr>
        </p:nvSpPr>
        <p:spPr>
          <a:xfrm>
            <a:off x="1300943" y="358638"/>
            <a:ext cx="8911687" cy="791735"/>
          </a:xfrm>
        </p:spPr>
        <p:txBody>
          <a:bodyPr/>
          <a:lstStyle/>
          <a:p>
            <a:pPr algn="ctr"/>
            <a:r>
              <a:rPr lang="en-GB" dirty="0"/>
              <a:t>RECOMMENDATIONS</a:t>
            </a:r>
          </a:p>
        </p:txBody>
      </p:sp>
      <p:sp>
        <p:nvSpPr>
          <p:cNvPr id="3" name="Content Placeholder 2">
            <a:extLst>
              <a:ext uri="{FF2B5EF4-FFF2-40B4-BE49-F238E27FC236}">
                <a16:creationId xmlns:a16="http://schemas.microsoft.com/office/drawing/2014/main" id="{88ED1B6D-8217-AEF1-AA62-EE6D0F8B80DD}"/>
              </a:ext>
            </a:extLst>
          </p:cNvPr>
          <p:cNvSpPr>
            <a:spLocks noGrp="1"/>
          </p:cNvSpPr>
          <p:nvPr>
            <p:ph idx="1"/>
          </p:nvPr>
        </p:nvSpPr>
        <p:spPr>
          <a:xfrm>
            <a:off x="1472381" y="1150373"/>
            <a:ext cx="10515600" cy="5574892"/>
          </a:xfrm>
        </p:spPr>
        <p:txBody>
          <a:bodyPr>
            <a:noAutofit/>
          </a:bodyPr>
          <a:lstStyle/>
          <a:p>
            <a:pPr marL="0" indent="0">
              <a:buNone/>
            </a:pPr>
            <a:r>
              <a:rPr lang="en-US" altLang="en-US" sz="1400" b="1" dirty="0">
                <a:solidFill>
                  <a:schemeClr val="tx1"/>
                </a:solidFill>
                <a:latin typeface="+mj-lt"/>
              </a:rPr>
              <a:t>Capacity &amp; Scheduling Optimization</a:t>
            </a:r>
          </a:p>
          <a:p>
            <a:r>
              <a:rPr lang="en-US" altLang="en-US" sz="1400" dirty="0">
                <a:solidFill>
                  <a:schemeClr val="tx1"/>
                </a:solidFill>
                <a:latin typeface="+mj-lt"/>
              </a:rPr>
              <a:t>Increase capacity during peak weekday hours (esp. Thursday evenings).</a:t>
            </a:r>
          </a:p>
          <a:p>
            <a:r>
              <a:rPr lang="en-US" altLang="en-US" sz="1400" dirty="0">
                <a:solidFill>
                  <a:schemeClr val="tx1"/>
                </a:solidFill>
                <a:latin typeface="+mj-lt"/>
              </a:rPr>
              <a:t>Scale back services during low-demand windows (midday, weekends, late evenings).</a:t>
            </a:r>
          </a:p>
          <a:p>
            <a:pPr marL="0" indent="0">
              <a:lnSpc>
                <a:spcPct val="150000"/>
              </a:lnSpc>
              <a:buNone/>
            </a:pPr>
            <a:r>
              <a:rPr lang="en-US" altLang="en-US" sz="1400" b="1" dirty="0">
                <a:solidFill>
                  <a:schemeClr val="tx1"/>
                </a:solidFill>
                <a:latin typeface="+mj-lt"/>
              </a:rPr>
              <a:t>Revenue Diversification</a:t>
            </a:r>
          </a:p>
          <a:p>
            <a:r>
              <a:rPr lang="en-US" altLang="en-US" sz="1400" dirty="0">
                <a:solidFill>
                  <a:schemeClr val="tx1"/>
                </a:solidFill>
                <a:latin typeface="+mj-lt"/>
              </a:rPr>
              <a:t>Develop weekend promotions or leisure packages to smooth demand.</a:t>
            </a:r>
          </a:p>
          <a:p>
            <a:r>
              <a:rPr lang="en-US" altLang="en-US" sz="1400" dirty="0">
                <a:solidFill>
                  <a:schemeClr val="tx1"/>
                </a:solidFill>
                <a:latin typeface="+mj-lt"/>
              </a:rPr>
              <a:t>Explore partnerships with entertainment, shopping, or tourism providers to boost off-peak ridership.</a:t>
            </a:r>
          </a:p>
          <a:p>
            <a:pPr marL="0" indent="0">
              <a:buNone/>
            </a:pPr>
            <a:r>
              <a:rPr lang="en-US" altLang="en-US" sz="1400" b="1" dirty="0">
                <a:solidFill>
                  <a:schemeClr val="tx1"/>
                </a:solidFill>
                <a:latin typeface="+mj-lt"/>
              </a:rPr>
              <a:t>Mode-Specific Strategies</a:t>
            </a:r>
          </a:p>
          <a:p>
            <a:r>
              <a:rPr lang="en-US" altLang="en-US" sz="1400" dirty="0">
                <a:solidFill>
                  <a:schemeClr val="tx1"/>
                </a:solidFill>
                <a:latin typeface="+mj-lt"/>
              </a:rPr>
              <a:t>Bus &amp; Train: Adjust resources to handle weekday surges, reduce weekend inefficiencies.</a:t>
            </a:r>
          </a:p>
          <a:p>
            <a:r>
              <a:rPr lang="en-US" altLang="en-US" sz="1400" dirty="0">
                <a:solidFill>
                  <a:schemeClr val="tx1"/>
                </a:solidFill>
                <a:latin typeface="+mj-lt"/>
              </a:rPr>
              <a:t>Tram: Target evening and leisure riders with tailored pricing.</a:t>
            </a:r>
          </a:p>
          <a:p>
            <a:r>
              <a:rPr lang="en-US" altLang="en-US" sz="1400" dirty="0">
                <a:solidFill>
                  <a:schemeClr val="tx1"/>
                </a:solidFill>
                <a:latin typeface="+mj-lt"/>
              </a:rPr>
              <a:t>Ferry: Market stability to tourists and cross-water commuters to sustain steady usage.</a:t>
            </a:r>
          </a:p>
          <a:p>
            <a:pPr marL="0" indent="0">
              <a:lnSpc>
                <a:spcPct val="150000"/>
              </a:lnSpc>
              <a:buNone/>
            </a:pPr>
            <a:r>
              <a:rPr lang="en-US" altLang="en-US" sz="1400" b="1" dirty="0">
                <a:solidFill>
                  <a:schemeClr val="tx1"/>
                </a:solidFill>
                <a:latin typeface="+mj-lt"/>
              </a:rPr>
              <a:t>Pricing &amp; Incentives</a:t>
            </a:r>
          </a:p>
          <a:p>
            <a:r>
              <a:rPr lang="en-US" altLang="en-US" sz="1400" dirty="0">
                <a:solidFill>
                  <a:schemeClr val="tx1"/>
                </a:solidFill>
                <a:latin typeface="+mj-lt"/>
              </a:rPr>
              <a:t>Introduce dynamic/off-peak pricing to drive demand in weaker periods.</a:t>
            </a:r>
          </a:p>
          <a:p>
            <a:r>
              <a:rPr lang="en-US" altLang="en-US" sz="1400" dirty="0">
                <a:solidFill>
                  <a:schemeClr val="tx1"/>
                </a:solidFill>
                <a:latin typeface="+mj-lt"/>
              </a:rPr>
              <a:t>Loyalty schemes for frequent weekday commuters and bundled passes for weekend travelers.</a:t>
            </a:r>
          </a:p>
          <a:p>
            <a:pPr marL="0" indent="0">
              <a:buNone/>
            </a:pPr>
            <a:r>
              <a:rPr lang="en-US" altLang="en-US" sz="1400" b="1" dirty="0">
                <a:solidFill>
                  <a:schemeClr val="tx1"/>
                </a:solidFill>
                <a:latin typeface="+mj-lt"/>
              </a:rPr>
              <a:t>Operational Improvements</a:t>
            </a:r>
          </a:p>
          <a:p>
            <a:r>
              <a:rPr lang="en-US" altLang="en-US" sz="1400" dirty="0">
                <a:solidFill>
                  <a:schemeClr val="tx1"/>
                </a:solidFill>
                <a:latin typeface="+mj-lt"/>
              </a:rPr>
              <a:t>Leverage demand insights to balance fleet allocation.</a:t>
            </a:r>
          </a:p>
          <a:p>
            <a:r>
              <a:rPr lang="en-US" altLang="en-US" sz="1400" dirty="0">
                <a:solidFill>
                  <a:schemeClr val="tx1"/>
                </a:solidFill>
                <a:latin typeface="+mj-lt"/>
              </a:rPr>
              <a:t>Use low-demand windows for maintenance to minimize service disruption.</a:t>
            </a:r>
          </a:p>
          <a:p>
            <a:pPr>
              <a:lnSpc>
                <a:spcPct val="150000"/>
              </a:lnSpc>
            </a:pPr>
            <a:endParaRPr lang="en-GB" sz="1400" dirty="0"/>
          </a:p>
          <a:p>
            <a:pPr marL="0" indent="0">
              <a:lnSpc>
                <a:spcPct val="150000"/>
              </a:lnSpc>
              <a:buNone/>
            </a:pPr>
            <a:br>
              <a:rPr lang="en-GB" sz="1400" dirty="0"/>
            </a:br>
            <a:endParaRPr lang="en-GB" sz="1400" dirty="0"/>
          </a:p>
        </p:txBody>
      </p:sp>
    </p:spTree>
    <p:extLst>
      <p:ext uri="{BB962C8B-B14F-4D97-AF65-F5344CB8AC3E}">
        <p14:creationId xmlns:p14="http://schemas.microsoft.com/office/powerpoint/2010/main" val="2722748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A67AE-37B5-927C-4A04-0FA010020C4E}"/>
              </a:ext>
            </a:extLst>
          </p:cNvPr>
          <p:cNvSpPr>
            <a:spLocks noGrp="1"/>
          </p:cNvSpPr>
          <p:nvPr>
            <p:ph type="title"/>
          </p:nvPr>
        </p:nvSpPr>
        <p:spPr>
          <a:xfrm>
            <a:off x="1640156" y="1782952"/>
            <a:ext cx="8911687" cy="3422789"/>
          </a:xfrm>
        </p:spPr>
        <p:txBody>
          <a:bodyPr>
            <a:normAutofit/>
          </a:bodyPr>
          <a:lstStyle/>
          <a:p>
            <a:pPr algn="ctr"/>
            <a:r>
              <a:rPr lang="en-GB" dirty="0"/>
              <a:t>THANKS FOR LISTENING</a:t>
            </a:r>
            <a:br>
              <a:rPr lang="en-GB" dirty="0"/>
            </a:br>
            <a:br>
              <a:rPr lang="en-GB" dirty="0"/>
            </a:br>
            <a:br>
              <a:rPr lang="en-GB" dirty="0"/>
            </a:br>
            <a:br>
              <a:rPr lang="en-GB" dirty="0"/>
            </a:br>
            <a:r>
              <a:rPr lang="en-GB" dirty="0"/>
              <a:t>Any Question?</a:t>
            </a:r>
          </a:p>
        </p:txBody>
      </p:sp>
    </p:spTree>
    <p:extLst>
      <p:ext uri="{BB962C8B-B14F-4D97-AF65-F5344CB8AC3E}">
        <p14:creationId xmlns:p14="http://schemas.microsoft.com/office/powerpoint/2010/main" val="69046032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11377</TotalTime>
  <Words>1458</Words>
  <Application>Microsoft Office PowerPoint</Application>
  <PresentationFormat>Widescreen</PresentationFormat>
  <Paragraphs>113</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Wisp</vt:lpstr>
      <vt:lpstr>  OPTIMIZING PUBLIC TRANSIT OPERATIONS </vt:lpstr>
      <vt:lpstr>BUSINESS INTRODUCTION</vt:lpstr>
      <vt:lpstr>PROBLEM STATEMENT</vt:lpstr>
      <vt:lpstr>RATIONALE FOR THE PROJECT</vt:lpstr>
      <vt:lpstr>DELIVERABLES</vt:lpstr>
      <vt:lpstr>WORKFLOW</vt:lpstr>
      <vt:lpstr>KEY PERFORMANCE INDICATOR</vt:lpstr>
      <vt:lpstr>TIME SERIES ANALYSIS</vt:lpstr>
      <vt:lpstr>TIME SERIES ANALYSIS</vt:lpstr>
      <vt:lpstr>TIME SERIES ANALYSIS</vt:lpstr>
      <vt:lpstr>UNIVARIATE ANALYSIS(Numerical columns)</vt:lpstr>
      <vt:lpstr>UNIVARIATE ANALYSIS(Categorical columns)</vt:lpstr>
      <vt:lpstr>BIVARIATE ANALYSIS</vt:lpstr>
      <vt:lpstr>BIVARIATE ANALYSIS</vt:lpstr>
      <vt:lpstr>BIVARIATE ANALYSIS</vt:lpstr>
      <vt:lpstr>BIVARIATE ANALYSIS</vt:lpstr>
      <vt:lpstr>MULTIVARIATE ANALYSIS</vt:lpstr>
      <vt:lpstr>SUMMARY</vt:lpstr>
      <vt:lpstr>RECOMMENDATIONS</vt:lpstr>
      <vt:lpstr>THANKS FOR LISTENING    Any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Fadekemi Adefemi</dc:creator>
  <cp:lastModifiedBy>Fadekemi Adefemi</cp:lastModifiedBy>
  <cp:revision>1</cp:revision>
  <dcterms:created xsi:type="dcterms:W3CDTF">2025-08-17T07:23:24Z</dcterms:created>
  <dcterms:modified xsi:type="dcterms:W3CDTF">2025-08-29T13:19:22Z</dcterms:modified>
</cp:coreProperties>
</file>